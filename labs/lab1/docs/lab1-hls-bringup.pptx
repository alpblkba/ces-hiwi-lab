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222222"/>
                </a:solidFill>
                <a:latin typeface="Arial"/>
              </a:rPr>
              <a:t>Lab 1: Vitis HLS and the seven-segment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63240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009682"/>
                </a:solidFill>
                <a:latin typeface="Arial"/>
              </a:rPr>
              <a:t>Describing hardware in C++ instead of Verilog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76472"/>
            <a:ext cx="11057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Customized Embedded Processors Lab  ·  Chair of Embedded Systems (CES)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11057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Vitis HLS 2022.2  ·  Blackboard Zynq-7000 (xc7z007sclg400-1)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What this lab is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You write a C++ function. Vitis HLS turns it into real hardware (RTL).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function is not software: after synthesis it becomes a block with input and output wires.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Target: drive the Blackboard's four-digit seven-segment display.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No Verilog and no VHDL is written anywhere in this lab.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779776"/>
            <a:ext cx="11057839" cy="827532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871216"/>
            <a:ext cx="1076523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C++ function  →  C simulation  →  C synthesis  →  RTL + reports  →  exported IP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                                                │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                             Lab 2:  Vivado block design  →  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35324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17620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Tool roles. Vitis HLS turns C/C++ into an IP block. Vivado builds the system around it. Vitis builds the software that runs on the ARM 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The display: four digits, one 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img/03-seven-segment-board.png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Photo or diagram of the Blackboard display,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segments labelled A…G and the four digit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positions labelled an0…an3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Seven segments (A…G) plus a decimal point form one digit.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board has four digits, but they share one 8-bit segment bus.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an[3:0] selects which digit is currently connected to that bus.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Segments and anodes are both active-low: a 0 turns something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You cannot show two digits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If two anodes are enabled at the same time, both digits receive the same pattern. Displaying 4 and 2 simultaneously is physically impossible.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display is driven by time multiplexing: light one digit, then the next, quickly.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At ~1 ms per digit the eye blends them into one steady four-digit number.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So the block must remember which digit it is currently driving.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383280"/>
            <a:ext cx="11057839" cy="1220724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474720"/>
            <a:ext cx="10765231" cy="1037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time ──►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an0 lit, seg = pattern of "2"     (1 ms)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an1 lit, seg = pattern of "4"     (1 ms)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an2 lit, seg = blank              (1 ms)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an3 lit, seg = blank              (1 ms)     … repeats 250x per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Combinational vs. clocked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 combinational function has no memory: its output depends only on its inputs right now.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Such a function can never scan, because scanning needs a notion of "later".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In HLS, static local variables become registers — they keep their value between clock cycles.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With ap_ctrl_none the block is free-running: its body executes once every clock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779776"/>
            <a:ext cx="11057839" cy="63093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871216"/>
            <a:ext cx="1076523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static ap_uint&lt;16&gt; tick = 0;   // counts cycles inside one digit slot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static ap_uint&lt;2&gt;  pos  = 0;   // which digit is lit right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538728"/>
            <a:ext cx="11057839" cy="51206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21024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pos is 2 bits wide, so 3 + 1 wraps to 0 on its own: the scan runs 0 → 1 → 2 → 3 → 0 forever.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Which bit drives which segment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The constraints file (XDC) fixes this mapping — it is not a free choice: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00784"/>
            <a:ext cx="11057839" cy="1024128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92224"/>
            <a:ext cx="1076523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seg[0] = SSEG_CA (A)     seg[4] = SSEG_CE (E)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seg[1] = SSEG_CB (B)     seg[5] = SSEG_CF (F)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seg[2] = SSEG_CC (C)     seg[6] = SSEG_CG (G)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seg[3] = SSEG_CD (D)     seg[7] = SSEG_DP (decimal point)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52928"/>
            <a:ext cx="11057839" cy="1220724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44368"/>
            <a:ext cx="10765231" cy="1037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static const unsigned SEG_A = 1u &lt;&lt; 0;   // … through …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static const unsigned SEG_G = 1u &lt;&lt; 6;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case 1: return SEG_B | SEG_C;            //  |    (right bar)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case 7: return SEG_A | SEG_B | SEG_C;    // ‾|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1668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83964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Get the bit order wrong and the display lies. If A lands in the wrong bit, every pattern is mirrored: 2 appears as 5, 6 as 9. Symmetric digits such as 0 and 8 hide the mistake.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Driving the anodes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Only one anode may be low at any instant — that is the whole idea of the scan.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 single-digit design would hardcode an = 0b1110 (digit 0 always on).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four-digit version is that same constant, shifted to the active position: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11057839" cy="434340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765231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*an = ~(ap_uint&lt;4&gt;(1) &lt;&lt; pos);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031236"/>
          <a:ext cx="1105783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an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digit lit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rightmost (ones)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1101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tens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hundreds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0111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leftmost (thousands)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Putting it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259689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void seven_segment(ap_uint&lt;14&gt; value, ap_uint&lt;8&gt; *seg, ap_uint&lt;4&gt; *an) {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ap_none port=value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ap_none port=seg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ap_none port=an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ap_ctrl_none port=return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PIPELINE II=1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/* advance tick / pos                       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/* pick the digit belonging to this position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/* blank the leading zeros                  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/* drive seg and an                         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2336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value is 0…9999. Two digits are the standard case; three and four come for free.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Leading zeros are blanked, so 42 shows as ··42, not 0042.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The testbench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synthesized function has no cin, no scanf, no file I/O — none of that is hardware.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testbench is plain C++ that calls the function and checks its outputs.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It uses fixed values, so any failure is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11057839" cy="434340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765231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unsigned int values[] = {0, 7, 42, 99, 100, 9999};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31236"/>
            <a:ext cx="11057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To observe a full scan it calls the function ~200 000 times and records which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79876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pattern each anode received.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82212"/>
            <a:ext cx="11057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It also asserts that exactly one anode is active in every single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30852"/>
            <a:ext cx="11057839" cy="51206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13148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Interactive input arrives in Lab 2.2, from a C program on the ARM processor — never from the testbench.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Creating the Vitis HLS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img/10-hls-create-project.png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Create Project wizard: project name,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then the Add Sources page showing the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design and testbench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63824"/>
            <a:ext cx="11057839" cy="63093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255264"/>
            <a:ext cx="1076523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source /Software/xilinx/2022.2/Vitis_HLS/2022.2/settings64.sh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vitis_hls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22776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Design files: seven_segment.cpp, seven_segment.h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Testbench: seven_segment_tb.cpp — added on the separate testbench page.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Top function seven_segment; part xc7z007sclg400-1; clock 20 ns (50 MHz).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img/11-csim-passed.png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Console after Run C Simulation showing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"seven_segment test passed" and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"CSim done with 0 errors"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C simulation compiles the function as ordinary C++ — no hardware is generated yet.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It answers one question: is the digit-to-pattern mapping correct?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It runs your fixed test vectors and reports pass or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34256"/>
            <a:ext cx="11057839" cy="51206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1655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C simulation cannot see timing. Everything on the next slide is invisible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 synthesis — and the number that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img/12-synthesis-interval.png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Synthesis Summary with the Timing and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Latency tables visible, the Interval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column highlighted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Check Interval = 1: the block performs one execution per clock cycle.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Without #pragma HLS PIPELINE II=1 the tool spreads the body over ~35 cycles.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0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The scan then runs 35× too slowly and the display flickers visibly.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425696"/>
            <a:ext cx="11057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Also check: estimated clock under 20 ns, and no BRAM or DSP for a decoder.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974336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56632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This is the lesson of the lab. The C simulation passes either way. Only the synthesis report reveals the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Exporting the 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img/13-export-ip.png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Export RTL dialog, format Vivado IP,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and the resulting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solution1/impl/ip/component.xml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Solution → Export RTL, format Vivado IP (.zip).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Verify afterwards that solution1/impl/export.zip 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0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solution1/impl/ip/component.xml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425696"/>
            <a:ext cx="11057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This exported IP is exactly what Lab 2 imports into a Vivado block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2007108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Vitis HLS project created, part and clock configured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segment table written from the XDC pin mapping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scan implemented with static tick / pos registers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anodes driven as ~(1 &lt;&lt; pos), exactly one active at a time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C simulation passes on the fixed vectors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synthesis report checked: Interval = 1, timing met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IP exported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[next] Lab 2 — the same block, controlled by the processor over AXI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433572"/>
          <a:ext cx="1105783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2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Reference result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Interval (II)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Estimated Fmax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~111 MHz (target 50 MHz)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BRAM / DSP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 /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732020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14316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Deliverables. The three source files, the synthesis report, the exported IP, and a short answer to: why does this display need a clock at 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