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3"/>
  </p:notesMasterIdLst>
  <p:sldIdLst>
    <p:sldId id="256" r:id="rId2"/>
    <p:sldId id="257" r:id="rId3"/>
    <p:sldId id="275" r:id="rId4"/>
    <p:sldId id="276" r:id="rId5"/>
    <p:sldId id="291" r:id="rId6"/>
    <p:sldId id="258" r:id="rId7"/>
    <p:sldId id="260" r:id="rId8"/>
    <p:sldId id="259" r:id="rId9"/>
    <p:sldId id="261" r:id="rId10"/>
    <p:sldId id="262" r:id="rId11"/>
    <p:sldId id="294" r:id="rId12"/>
    <p:sldId id="279" r:id="rId13"/>
    <p:sldId id="281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08" autoAdjust="0"/>
    <p:restoredTop sz="96320" autoAdjust="0"/>
  </p:normalViewPr>
  <p:slideViewPr>
    <p:cSldViewPr snapToGrid="0">
      <p:cViewPr varScale="1">
        <p:scale>
          <a:sx n="101" d="100"/>
          <a:sy n="101" d="100"/>
        </p:scale>
        <p:origin x="192" y="1944"/>
      </p:cViewPr>
      <p:guideLst>
        <p:guide orient="horz" pos="1620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2F0A8D-F1C1-45D1-BC90-2B75828E7576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3CBC8F8-D193-4A29-8314-F7BBFFF1D499}">
      <dgm:prSet/>
      <dgm:spPr/>
      <dgm:t>
        <a:bodyPr/>
        <a:lstStyle/>
        <a:p>
          <a:r>
            <a:rPr lang="en-US"/>
            <a:t>Start from Lab 1.2 seven-segment HLS design</a:t>
          </a:r>
        </a:p>
      </dgm:t>
    </dgm:pt>
    <dgm:pt modelId="{20D2B080-4537-4E1D-9D65-ACEDD05C7266}" type="parTrans" cxnId="{ACE4371D-646E-461D-88C7-E001EF516D54}">
      <dgm:prSet/>
      <dgm:spPr/>
      <dgm:t>
        <a:bodyPr/>
        <a:lstStyle/>
        <a:p>
          <a:endParaRPr lang="en-US"/>
        </a:p>
      </dgm:t>
    </dgm:pt>
    <dgm:pt modelId="{3AC46D95-D132-4C62-9734-0EB71F27DC26}" type="sibTrans" cxnId="{ACE4371D-646E-461D-88C7-E001EF516D5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1285C06-D8A8-439E-9A8E-C282417998A8}">
      <dgm:prSet/>
      <dgm:spPr/>
      <dgm:t>
        <a:bodyPr/>
        <a:lstStyle/>
        <a:p>
          <a:r>
            <a:rPr lang="en-US"/>
            <a:t>Modify it into an AXI4-Lite controlled HLS IP</a:t>
          </a:r>
        </a:p>
      </dgm:t>
    </dgm:pt>
    <dgm:pt modelId="{2748D4C7-B135-4D9D-AA90-B1CE75D9957D}" type="parTrans" cxnId="{FC8FA426-1F72-46B6-944A-7E58AB3CD8A7}">
      <dgm:prSet/>
      <dgm:spPr/>
      <dgm:t>
        <a:bodyPr/>
        <a:lstStyle/>
        <a:p>
          <a:endParaRPr lang="en-US"/>
        </a:p>
      </dgm:t>
    </dgm:pt>
    <dgm:pt modelId="{6F2B6E31-C21E-4044-883D-12CB505D79DB}" type="sibTrans" cxnId="{FC8FA426-1F72-46B6-944A-7E58AB3CD8A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06CC47E-1CCF-4847-9927-B31B1B36A034}">
      <dgm:prSet/>
      <dgm:spPr/>
      <dgm:t>
        <a:bodyPr/>
        <a:lstStyle/>
        <a:p>
          <a:r>
            <a:rPr lang="en-US"/>
            <a:t>Run C synthesis</a:t>
          </a:r>
        </a:p>
      </dgm:t>
    </dgm:pt>
    <dgm:pt modelId="{E676CAD0-8B71-4D8A-BDD1-31AC57EFD8AF}" type="parTrans" cxnId="{3B6E951E-8C1B-4A68-AAF3-6D88B81E51B5}">
      <dgm:prSet/>
      <dgm:spPr/>
      <dgm:t>
        <a:bodyPr/>
        <a:lstStyle/>
        <a:p>
          <a:endParaRPr lang="en-US"/>
        </a:p>
      </dgm:t>
    </dgm:pt>
    <dgm:pt modelId="{BB848F62-81F4-4FE4-A4AB-9FDACC49EC45}" type="sibTrans" cxnId="{3B6E951E-8C1B-4A68-AAF3-6D88B81E51B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F0A71825-3061-415C-BD51-180E9D50D6B3}">
      <dgm:prSet/>
      <dgm:spPr/>
      <dgm:t>
        <a:bodyPr/>
        <a:lstStyle/>
        <a:p>
          <a:r>
            <a:rPr lang="en-US"/>
            <a:t>Export as Vivado IP</a:t>
          </a:r>
        </a:p>
      </dgm:t>
    </dgm:pt>
    <dgm:pt modelId="{B4D0A501-1FA9-406A-962E-8BE109E1608D}" type="parTrans" cxnId="{9692831A-D3B8-471D-9BD2-56DDC3DE5C97}">
      <dgm:prSet/>
      <dgm:spPr/>
      <dgm:t>
        <a:bodyPr/>
        <a:lstStyle/>
        <a:p>
          <a:endParaRPr lang="en-US"/>
        </a:p>
      </dgm:t>
    </dgm:pt>
    <dgm:pt modelId="{875B289D-3253-4F0B-BE23-1930934898E1}" type="sibTrans" cxnId="{9692831A-D3B8-471D-9BD2-56DDC3DE5C97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FD5C2C6-286B-4354-AC06-3101F1B4F208}">
      <dgm:prSet/>
      <dgm:spPr/>
      <dgm:t>
        <a:bodyPr/>
        <a:lstStyle/>
        <a:p>
          <a:r>
            <a:rPr lang="en-US"/>
            <a:t>Open Vivado, create Zynq block design</a:t>
          </a:r>
        </a:p>
      </dgm:t>
    </dgm:pt>
    <dgm:pt modelId="{F1D94573-A092-408D-BDD7-2FD0FDE84E09}" type="parTrans" cxnId="{4F55B089-0318-4596-B176-FFFF47F75BAC}">
      <dgm:prSet/>
      <dgm:spPr/>
      <dgm:t>
        <a:bodyPr/>
        <a:lstStyle/>
        <a:p>
          <a:endParaRPr lang="en-US"/>
        </a:p>
      </dgm:t>
    </dgm:pt>
    <dgm:pt modelId="{2A3E6FDD-4D5D-4B7B-B065-9D7EC182601A}" type="sibTrans" cxnId="{4F55B089-0318-4596-B176-FFFF47F75BAC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C867F118-F22C-45B1-B488-3D0EC384819E}">
      <dgm:prSet/>
      <dgm:spPr/>
      <dgm:t>
        <a:bodyPr/>
        <a:lstStyle/>
        <a:p>
          <a:r>
            <a:rPr lang="en-US"/>
            <a:t>Import the exported HLS IP</a:t>
          </a:r>
        </a:p>
      </dgm:t>
    </dgm:pt>
    <dgm:pt modelId="{57A24495-371F-4085-A817-D9F840F9D2E2}" type="parTrans" cxnId="{BA7E3482-B958-4E37-8CF5-3D4BCF4FD421}">
      <dgm:prSet/>
      <dgm:spPr/>
      <dgm:t>
        <a:bodyPr/>
        <a:lstStyle/>
        <a:p>
          <a:endParaRPr lang="en-US"/>
        </a:p>
      </dgm:t>
    </dgm:pt>
    <dgm:pt modelId="{4538549B-44FF-4DC0-8245-A11825C95583}" type="sibTrans" cxnId="{BA7E3482-B958-4E37-8CF5-3D4BCF4FD421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F0C921FB-75A4-41F0-8564-A1642552A6FA}">
      <dgm:prSet/>
      <dgm:spPr/>
      <dgm:t>
        <a:bodyPr/>
        <a:lstStyle/>
        <a:p>
          <a:r>
            <a:rPr lang="en-US"/>
            <a:t>Connect it through AXI Interconnect</a:t>
          </a:r>
        </a:p>
      </dgm:t>
    </dgm:pt>
    <dgm:pt modelId="{9FA05D70-E4C7-4FF6-9A50-10DCB234E581}" type="parTrans" cxnId="{5C649695-5FDD-4A4A-AACA-363C465A162C}">
      <dgm:prSet/>
      <dgm:spPr/>
      <dgm:t>
        <a:bodyPr/>
        <a:lstStyle/>
        <a:p>
          <a:endParaRPr lang="en-US"/>
        </a:p>
      </dgm:t>
    </dgm:pt>
    <dgm:pt modelId="{84F45B37-859E-4BCE-9CA5-841ACD5CD59F}" type="sibTrans" cxnId="{5C649695-5FDD-4A4A-AACA-363C465A162C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915541C4-AB96-43D1-896C-32D696B014F7}">
      <dgm:prSet/>
      <dgm:spPr/>
      <dgm:t>
        <a:bodyPr/>
        <a:lstStyle/>
        <a:p>
          <a:r>
            <a:rPr lang="en-US"/>
            <a:t>Assign address range</a:t>
          </a:r>
        </a:p>
      </dgm:t>
    </dgm:pt>
    <dgm:pt modelId="{65BF85C2-D335-4B19-870D-93A76696374D}" type="parTrans" cxnId="{064DB50D-6D47-4AB2-A0E4-B1C08D5CBC59}">
      <dgm:prSet/>
      <dgm:spPr/>
      <dgm:t>
        <a:bodyPr/>
        <a:lstStyle/>
        <a:p>
          <a:endParaRPr lang="en-US"/>
        </a:p>
      </dgm:t>
    </dgm:pt>
    <dgm:pt modelId="{005B8CEC-F178-46BF-A166-B1664056587A}" type="sibTrans" cxnId="{064DB50D-6D47-4AB2-A0E4-B1C08D5CBC59}">
      <dgm:prSet phldrT="8" phldr="0"/>
      <dgm:spPr/>
      <dgm:t>
        <a:bodyPr/>
        <a:lstStyle/>
        <a:p>
          <a:r>
            <a:rPr lang="en-US"/>
            <a:t>8</a:t>
          </a:r>
        </a:p>
      </dgm:t>
    </dgm:pt>
    <dgm:pt modelId="{67807572-1BD2-4498-B011-6356FFB34EBF}">
      <dgm:prSet/>
      <dgm:spPr/>
      <dgm:t>
        <a:bodyPr/>
        <a:lstStyle/>
        <a:p>
          <a:r>
            <a:rPr lang="en-US"/>
            <a:t>Validate design</a:t>
          </a:r>
        </a:p>
      </dgm:t>
    </dgm:pt>
    <dgm:pt modelId="{6413BEB4-AFB0-414E-A5F1-3C3F118D015D}" type="parTrans" cxnId="{A9416834-29E8-4CBA-A5F2-0EB6EAED7382}">
      <dgm:prSet/>
      <dgm:spPr/>
      <dgm:t>
        <a:bodyPr/>
        <a:lstStyle/>
        <a:p>
          <a:endParaRPr lang="en-US"/>
        </a:p>
      </dgm:t>
    </dgm:pt>
    <dgm:pt modelId="{390B8852-BC9F-4BE9-972A-74E4F1846347}" type="sibTrans" cxnId="{A9416834-29E8-4CBA-A5F2-0EB6EAED7382}">
      <dgm:prSet phldrT="9" phldr="0"/>
      <dgm:spPr/>
      <dgm:t>
        <a:bodyPr/>
        <a:lstStyle/>
        <a:p>
          <a:r>
            <a:rPr lang="en-US"/>
            <a:t>9</a:t>
          </a:r>
        </a:p>
      </dgm:t>
    </dgm:pt>
    <dgm:pt modelId="{8CF05DF2-3D56-4DC4-A55E-7B99A44AD2BB}">
      <dgm:prSet/>
      <dgm:spPr/>
      <dgm:t>
        <a:bodyPr/>
        <a:lstStyle/>
        <a:p>
          <a:r>
            <a:rPr lang="en-US"/>
            <a:t>Generate wrapper / bitstream / hardware export</a:t>
          </a:r>
        </a:p>
      </dgm:t>
    </dgm:pt>
    <dgm:pt modelId="{9E974C48-BBFE-4AEF-8D05-AA6EE59A4176}" type="parTrans" cxnId="{7CFC59C6-275F-455C-8A2E-5197C1ED9D6D}">
      <dgm:prSet/>
      <dgm:spPr/>
      <dgm:t>
        <a:bodyPr/>
        <a:lstStyle/>
        <a:p>
          <a:endParaRPr lang="en-US"/>
        </a:p>
      </dgm:t>
    </dgm:pt>
    <dgm:pt modelId="{C3DDAA92-C074-42DA-8AA4-B557A9712225}" type="sibTrans" cxnId="{7CFC59C6-275F-455C-8A2E-5197C1ED9D6D}">
      <dgm:prSet phldrT="10" phldr="0"/>
      <dgm:spPr/>
      <dgm:t>
        <a:bodyPr/>
        <a:lstStyle/>
        <a:p>
          <a:r>
            <a:rPr lang="en-US"/>
            <a:t>10</a:t>
          </a:r>
        </a:p>
      </dgm:t>
    </dgm:pt>
    <dgm:pt modelId="{36B0FE73-04B3-F340-9DD3-E99D8348AC11}" type="pres">
      <dgm:prSet presAssocID="{F72F0A8D-F1C1-45D1-BC90-2B75828E7576}" presName="linearFlow" presStyleCnt="0">
        <dgm:presLayoutVars>
          <dgm:dir/>
          <dgm:animLvl val="lvl"/>
          <dgm:resizeHandles val="exact"/>
        </dgm:presLayoutVars>
      </dgm:prSet>
      <dgm:spPr/>
    </dgm:pt>
    <dgm:pt modelId="{8895359E-99E6-1C45-86F6-95CC44ED5834}" type="pres">
      <dgm:prSet presAssocID="{B3CBC8F8-D193-4A29-8314-F7BBFFF1D499}" presName="compositeNode" presStyleCnt="0"/>
      <dgm:spPr/>
    </dgm:pt>
    <dgm:pt modelId="{AAE54622-1BCD-6F4D-8717-25C9F0DDCD8B}" type="pres">
      <dgm:prSet presAssocID="{B3CBC8F8-D193-4A29-8314-F7BBFFF1D49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970EBB3-2D2F-C844-B9FC-324A52D066F2}" type="pres">
      <dgm:prSet presAssocID="{B3CBC8F8-D193-4A29-8314-F7BBFFF1D499}" presName="parSh" presStyleCnt="0"/>
      <dgm:spPr/>
    </dgm:pt>
    <dgm:pt modelId="{63501A92-A906-4D40-B0E7-6945F1B5049D}" type="pres">
      <dgm:prSet presAssocID="{B3CBC8F8-D193-4A29-8314-F7BBFFF1D499}" presName="lineNode" presStyleLbl="alignAccFollowNode1" presStyleIdx="0" presStyleCnt="30"/>
      <dgm:spPr/>
    </dgm:pt>
    <dgm:pt modelId="{9DEC55FE-81B4-844D-8804-429FB4518AEB}" type="pres">
      <dgm:prSet presAssocID="{B3CBC8F8-D193-4A29-8314-F7BBFFF1D499}" presName="lineArrowNode" presStyleLbl="alignAccFollowNode1" presStyleIdx="1" presStyleCnt="30"/>
      <dgm:spPr/>
    </dgm:pt>
    <dgm:pt modelId="{8BF7DD38-4BD5-AA4B-B21E-DF492FF06DE4}" type="pres">
      <dgm:prSet presAssocID="{3AC46D95-D132-4C62-9734-0EB71F27DC26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D90367BE-7CEF-0943-996F-4EFB8D9FE6BE}" type="pres">
      <dgm:prSet presAssocID="{3AC46D95-D132-4C62-9734-0EB71F27DC26}" presName="spacerBetweenCircleAndCallout" presStyleCnt="0">
        <dgm:presLayoutVars/>
      </dgm:prSet>
      <dgm:spPr/>
    </dgm:pt>
    <dgm:pt modelId="{1BB5B5E8-5E55-8247-B204-E891BF7640D3}" type="pres">
      <dgm:prSet presAssocID="{B3CBC8F8-D193-4A29-8314-F7BBFFF1D499}" presName="nodeText" presStyleLbl="alignAccFollowNode1" presStyleIdx="2" presStyleCnt="30">
        <dgm:presLayoutVars>
          <dgm:bulletEnabled val="1"/>
        </dgm:presLayoutVars>
      </dgm:prSet>
      <dgm:spPr/>
    </dgm:pt>
    <dgm:pt modelId="{C0D8D578-7803-C247-B0EF-8172532FAF61}" type="pres">
      <dgm:prSet presAssocID="{3AC46D95-D132-4C62-9734-0EB71F27DC26}" presName="sibTransComposite" presStyleCnt="0"/>
      <dgm:spPr/>
    </dgm:pt>
    <dgm:pt modelId="{0AE02569-F906-1C44-B0BF-D69CB6F18723}" type="pres">
      <dgm:prSet presAssocID="{71285C06-D8A8-439E-9A8E-C282417998A8}" presName="compositeNode" presStyleCnt="0"/>
      <dgm:spPr/>
    </dgm:pt>
    <dgm:pt modelId="{FC10575D-CDE5-7242-933A-A1E0EA77F0E1}" type="pres">
      <dgm:prSet presAssocID="{71285C06-D8A8-439E-9A8E-C282417998A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880E473-A513-BC48-8FB3-3171554910D0}" type="pres">
      <dgm:prSet presAssocID="{71285C06-D8A8-439E-9A8E-C282417998A8}" presName="parSh" presStyleCnt="0"/>
      <dgm:spPr/>
    </dgm:pt>
    <dgm:pt modelId="{AAB8E805-30D7-484F-97CE-4F6F90DB6103}" type="pres">
      <dgm:prSet presAssocID="{71285C06-D8A8-439E-9A8E-C282417998A8}" presName="lineNode" presStyleLbl="alignAccFollowNode1" presStyleIdx="3" presStyleCnt="30"/>
      <dgm:spPr/>
    </dgm:pt>
    <dgm:pt modelId="{0D98B6D2-5475-4E4A-B5C9-CF4FD1E22E9A}" type="pres">
      <dgm:prSet presAssocID="{71285C06-D8A8-439E-9A8E-C282417998A8}" presName="lineArrowNode" presStyleLbl="alignAccFollowNode1" presStyleIdx="4" presStyleCnt="30"/>
      <dgm:spPr/>
    </dgm:pt>
    <dgm:pt modelId="{68BA2662-ED5E-C048-8092-C2958EDA5645}" type="pres">
      <dgm:prSet presAssocID="{6F2B6E31-C21E-4044-883D-12CB505D79DB}" presName="sibTransNodeCircle" presStyleLbl="alignNode1" presStyleIdx="1" presStyleCnt="10">
        <dgm:presLayoutVars>
          <dgm:chMax val="0"/>
          <dgm:bulletEnabled/>
        </dgm:presLayoutVars>
      </dgm:prSet>
      <dgm:spPr/>
    </dgm:pt>
    <dgm:pt modelId="{CA7B0EC1-0EAC-7447-9DF9-9FD0E31828B3}" type="pres">
      <dgm:prSet presAssocID="{6F2B6E31-C21E-4044-883D-12CB505D79DB}" presName="spacerBetweenCircleAndCallout" presStyleCnt="0">
        <dgm:presLayoutVars/>
      </dgm:prSet>
      <dgm:spPr/>
    </dgm:pt>
    <dgm:pt modelId="{DB6417ED-F47B-4E4D-97E2-161046C509F4}" type="pres">
      <dgm:prSet presAssocID="{71285C06-D8A8-439E-9A8E-C282417998A8}" presName="nodeText" presStyleLbl="alignAccFollowNode1" presStyleIdx="5" presStyleCnt="30">
        <dgm:presLayoutVars>
          <dgm:bulletEnabled val="1"/>
        </dgm:presLayoutVars>
      </dgm:prSet>
      <dgm:spPr/>
    </dgm:pt>
    <dgm:pt modelId="{C918F548-554A-3D43-834C-CAA978286377}" type="pres">
      <dgm:prSet presAssocID="{6F2B6E31-C21E-4044-883D-12CB505D79DB}" presName="sibTransComposite" presStyleCnt="0"/>
      <dgm:spPr/>
    </dgm:pt>
    <dgm:pt modelId="{0C3CFF3F-25E9-AD4C-ABE6-54E2B732E08F}" type="pres">
      <dgm:prSet presAssocID="{006CC47E-1CCF-4847-9927-B31B1B36A034}" presName="compositeNode" presStyleCnt="0"/>
      <dgm:spPr/>
    </dgm:pt>
    <dgm:pt modelId="{4FC49C1B-D9C7-5841-BFB3-172002311985}" type="pres">
      <dgm:prSet presAssocID="{006CC47E-1CCF-4847-9927-B31B1B36A03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D4BAEE8-A21B-7E46-9761-733CBBD029DB}" type="pres">
      <dgm:prSet presAssocID="{006CC47E-1CCF-4847-9927-B31B1B36A034}" presName="parSh" presStyleCnt="0"/>
      <dgm:spPr/>
    </dgm:pt>
    <dgm:pt modelId="{7A0C6D92-57A2-7541-8181-E9B183663EC8}" type="pres">
      <dgm:prSet presAssocID="{006CC47E-1CCF-4847-9927-B31B1B36A034}" presName="lineNode" presStyleLbl="alignAccFollowNode1" presStyleIdx="6" presStyleCnt="30"/>
      <dgm:spPr/>
    </dgm:pt>
    <dgm:pt modelId="{5C7F8501-C657-2B47-8253-8736DFDB83CA}" type="pres">
      <dgm:prSet presAssocID="{006CC47E-1CCF-4847-9927-B31B1B36A034}" presName="lineArrowNode" presStyleLbl="alignAccFollowNode1" presStyleIdx="7" presStyleCnt="30"/>
      <dgm:spPr/>
    </dgm:pt>
    <dgm:pt modelId="{A7ED11A8-2432-8242-82B5-8AC63EF880B9}" type="pres">
      <dgm:prSet presAssocID="{BB848F62-81F4-4FE4-A4AB-9FDACC49EC45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845B6532-8C86-7C42-8195-C1F2F317F4FD}" type="pres">
      <dgm:prSet presAssocID="{BB848F62-81F4-4FE4-A4AB-9FDACC49EC45}" presName="spacerBetweenCircleAndCallout" presStyleCnt="0">
        <dgm:presLayoutVars/>
      </dgm:prSet>
      <dgm:spPr/>
    </dgm:pt>
    <dgm:pt modelId="{1AC95AA4-E3A8-7A4E-966C-8003CE8B7D3E}" type="pres">
      <dgm:prSet presAssocID="{006CC47E-1CCF-4847-9927-B31B1B36A034}" presName="nodeText" presStyleLbl="alignAccFollowNode1" presStyleIdx="8" presStyleCnt="30">
        <dgm:presLayoutVars>
          <dgm:bulletEnabled val="1"/>
        </dgm:presLayoutVars>
      </dgm:prSet>
      <dgm:spPr/>
    </dgm:pt>
    <dgm:pt modelId="{1433B366-2553-B841-B23D-9FBED2857200}" type="pres">
      <dgm:prSet presAssocID="{BB848F62-81F4-4FE4-A4AB-9FDACC49EC45}" presName="sibTransComposite" presStyleCnt="0"/>
      <dgm:spPr/>
    </dgm:pt>
    <dgm:pt modelId="{ABFB9039-041B-D445-8A07-BF53EDEFD317}" type="pres">
      <dgm:prSet presAssocID="{F0A71825-3061-415C-BD51-180E9D50D6B3}" presName="compositeNode" presStyleCnt="0"/>
      <dgm:spPr/>
    </dgm:pt>
    <dgm:pt modelId="{861E989F-D1A2-F54D-8916-E669A99EF28A}" type="pres">
      <dgm:prSet presAssocID="{F0A71825-3061-415C-BD51-180E9D50D6B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864F7CF-4410-4448-93C8-0CFF747C3005}" type="pres">
      <dgm:prSet presAssocID="{F0A71825-3061-415C-BD51-180E9D50D6B3}" presName="parSh" presStyleCnt="0"/>
      <dgm:spPr/>
    </dgm:pt>
    <dgm:pt modelId="{BFF6172B-F51D-9F4C-A0F6-870B9F299C14}" type="pres">
      <dgm:prSet presAssocID="{F0A71825-3061-415C-BD51-180E9D50D6B3}" presName="lineNode" presStyleLbl="alignAccFollowNode1" presStyleIdx="9" presStyleCnt="30"/>
      <dgm:spPr/>
    </dgm:pt>
    <dgm:pt modelId="{4F163441-762B-734B-9D12-E4C9CDFF9B46}" type="pres">
      <dgm:prSet presAssocID="{F0A71825-3061-415C-BD51-180E9D50D6B3}" presName="lineArrowNode" presStyleLbl="alignAccFollowNode1" presStyleIdx="10" presStyleCnt="30"/>
      <dgm:spPr/>
    </dgm:pt>
    <dgm:pt modelId="{7EAE1AA1-FBCC-C145-B8E5-D2D6DEDD3935}" type="pres">
      <dgm:prSet presAssocID="{875B289D-3253-4F0B-BE23-1930934898E1}" presName="sibTransNodeCircle" presStyleLbl="alignNode1" presStyleIdx="3" presStyleCnt="10">
        <dgm:presLayoutVars>
          <dgm:chMax val="0"/>
          <dgm:bulletEnabled/>
        </dgm:presLayoutVars>
      </dgm:prSet>
      <dgm:spPr/>
    </dgm:pt>
    <dgm:pt modelId="{5A241550-2682-E349-A3C6-565F7203C92E}" type="pres">
      <dgm:prSet presAssocID="{875B289D-3253-4F0B-BE23-1930934898E1}" presName="spacerBetweenCircleAndCallout" presStyleCnt="0">
        <dgm:presLayoutVars/>
      </dgm:prSet>
      <dgm:spPr/>
    </dgm:pt>
    <dgm:pt modelId="{A94EF8C5-2593-274F-B2B2-EA4FA6A2918F}" type="pres">
      <dgm:prSet presAssocID="{F0A71825-3061-415C-BD51-180E9D50D6B3}" presName="nodeText" presStyleLbl="alignAccFollowNode1" presStyleIdx="11" presStyleCnt="30">
        <dgm:presLayoutVars>
          <dgm:bulletEnabled val="1"/>
        </dgm:presLayoutVars>
      </dgm:prSet>
      <dgm:spPr/>
    </dgm:pt>
    <dgm:pt modelId="{9B1E83FA-CC74-E04C-B587-80B72A968658}" type="pres">
      <dgm:prSet presAssocID="{875B289D-3253-4F0B-BE23-1930934898E1}" presName="sibTransComposite" presStyleCnt="0"/>
      <dgm:spPr/>
    </dgm:pt>
    <dgm:pt modelId="{40EA6010-4A46-DF4F-B071-3F4FB192F6F8}" type="pres">
      <dgm:prSet presAssocID="{5FD5C2C6-286B-4354-AC06-3101F1B4F208}" presName="compositeNode" presStyleCnt="0"/>
      <dgm:spPr/>
    </dgm:pt>
    <dgm:pt modelId="{304BBB3D-2354-5641-BF6D-CB07353CEE19}" type="pres">
      <dgm:prSet presAssocID="{5FD5C2C6-286B-4354-AC06-3101F1B4F20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8D8237D-D02C-D046-9C45-B25FF6D7EDFC}" type="pres">
      <dgm:prSet presAssocID="{5FD5C2C6-286B-4354-AC06-3101F1B4F208}" presName="parSh" presStyleCnt="0"/>
      <dgm:spPr/>
    </dgm:pt>
    <dgm:pt modelId="{B5D911DB-92C5-C24E-BC02-55588B19340B}" type="pres">
      <dgm:prSet presAssocID="{5FD5C2C6-286B-4354-AC06-3101F1B4F208}" presName="lineNode" presStyleLbl="alignAccFollowNode1" presStyleIdx="12" presStyleCnt="30"/>
      <dgm:spPr/>
    </dgm:pt>
    <dgm:pt modelId="{FC3CBEEC-BC9A-D24E-B129-ED3C701F0548}" type="pres">
      <dgm:prSet presAssocID="{5FD5C2C6-286B-4354-AC06-3101F1B4F208}" presName="lineArrowNode" presStyleLbl="alignAccFollowNode1" presStyleIdx="13" presStyleCnt="30"/>
      <dgm:spPr/>
    </dgm:pt>
    <dgm:pt modelId="{73463A1D-5F13-5C43-B423-0E24574053A6}" type="pres">
      <dgm:prSet presAssocID="{2A3E6FDD-4D5D-4B7B-B065-9D7EC182601A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3592CD8A-3AC1-844E-947F-A097FDB48E64}" type="pres">
      <dgm:prSet presAssocID="{2A3E6FDD-4D5D-4B7B-B065-9D7EC182601A}" presName="spacerBetweenCircleAndCallout" presStyleCnt="0">
        <dgm:presLayoutVars/>
      </dgm:prSet>
      <dgm:spPr/>
    </dgm:pt>
    <dgm:pt modelId="{ED90F7CD-F0A2-DC47-AE1C-A1C2BD39FA14}" type="pres">
      <dgm:prSet presAssocID="{5FD5C2C6-286B-4354-AC06-3101F1B4F208}" presName="nodeText" presStyleLbl="alignAccFollowNode1" presStyleIdx="14" presStyleCnt="30">
        <dgm:presLayoutVars>
          <dgm:bulletEnabled val="1"/>
        </dgm:presLayoutVars>
      </dgm:prSet>
      <dgm:spPr/>
    </dgm:pt>
    <dgm:pt modelId="{1A241FAF-BFDE-5145-BD2C-A1F50FCBBFB7}" type="pres">
      <dgm:prSet presAssocID="{2A3E6FDD-4D5D-4B7B-B065-9D7EC182601A}" presName="sibTransComposite" presStyleCnt="0"/>
      <dgm:spPr/>
    </dgm:pt>
    <dgm:pt modelId="{CEA48836-39EB-2F41-8D67-BBF8E5179913}" type="pres">
      <dgm:prSet presAssocID="{C867F118-F22C-45B1-B488-3D0EC384819E}" presName="compositeNode" presStyleCnt="0"/>
      <dgm:spPr/>
    </dgm:pt>
    <dgm:pt modelId="{3B97146C-A92A-E846-BCD0-D4E631A0A805}" type="pres">
      <dgm:prSet presAssocID="{C867F118-F22C-45B1-B488-3D0EC384819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014EE45-4DC2-7044-8601-B82BD61D57DD}" type="pres">
      <dgm:prSet presAssocID="{C867F118-F22C-45B1-B488-3D0EC384819E}" presName="parSh" presStyleCnt="0"/>
      <dgm:spPr/>
    </dgm:pt>
    <dgm:pt modelId="{69422E27-26D7-3440-8273-4E1EBC971860}" type="pres">
      <dgm:prSet presAssocID="{C867F118-F22C-45B1-B488-3D0EC384819E}" presName="lineNode" presStyleLbl="alignAccFollowNode1" presStyleIdx="15" presStyleCnt="30"/>
      <dgm:spPr/>
    </dgm:pt>
    <dgm:pt modelId="{68F448C4-ADA1-C840-9323-7AAC78722CA1}" type="pres">
      <dgm:prSet presAssocID="{C867F118-F22C-45B1-B488-3D0EC384819E}" presName="lineArrowNode" presStyleLbl="alignAccFollowNode1" presStyleIdx="16" presStyleCnt="30"/>
      <dgm:spPr/>
    </dgm:pt>
    <dgm:pt modelId="{A4DAE8B2-0932-4E42-9E56-4CB26A7DBAB1}" type="pres">
      <dgm:prSet presAssocID="{4538549B-44FF-4DC0-8245-A11825C95583}" presName="sibTransNodeCircle" presStyleLbl="alignNode1" presStyleIdx="5" presStyleCnt="10">
        <dgm:presLayoutVars>
          <dgm:chMax val="0"/>
          <dgm:bulletEnabled/>
        </dgm:presLayoutVars>
      </dgm:prSet>
      <dgm:spPr/>
    </dgm:pt>
    <dgm:pt modelId="{CB3299C3-9890-6141-A3B1-3D8003F14E63}" type="pres">
      <dgm:prSet presAssocID="{4538549B-44FF-4DC0-8245-A11825C95583}" presName="spacerBetweenCircleAndCallout" presStyleCnt="0">
        <dgm:presLayoutVars/>
      </dgm:prSet>
      <dgm:spPr/>
    </dgm:pt>
    <dgm:pt modelId="{35D291C0-0E5F-E64B-84BD-B8477A3F60F7}" type="pres">
      <dgm:prSet presAssocID="{C867F118-F22C-45B1-B488-3D0EC384819E}" presName="nodeText" presStyleLbl="alignAccFollowNode1" presStyleIdx="17" presStyleCnt="30">
        <dgm:presLayoutVars>
          <dgm:bulletEnabled val="1"/>
        </dgm:presLayoutVars>
      </dgm:prSet>
      <dgm:spPr/>
    </dgm:pt>
    <dgm:pt modelId="{68D054C4-2B52-8041-954F-B35D2227DDE4}" type="pres">
      <dgm:prSet presAssocID="{4538549B-44FF-4DC0-8245-A11825C95583}" presName="sibTransComposite" presStyleCnt="0"/>
      <dgm:spPr/>
    </dgm:pt>
    <dgm:pt modelId="{1A6A0339-46F0-6142-BF92-F96DF9694781}" type="pres">
      <dgm:prSet presAssocID="{F0C921FB-75A4-41F0-8564-A1642552A6FA}" presName="compositeNode" presStyleCnt="0"/>
      <dgm:spPr/>
    </dgm:pt>
    <dgm:pt modelId="{FBD33B08-6718-7245-8300-AD7F99DF3BD0}" type="pres">
      <dgm:prSet presAssocID="{F0C921FB-75A4-41F0-8564-A1642552A6F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84C982A-A067-EA4F-BF58-10C412804F99}" type="pres">
      <dgm:prSet presAssocID="{F0C921FB-75A4-41F0-8564-A1642552A6FA}" presName="parSh" presStyleCnt="0"/>
      <dgm:spPr/>
    </dgm:pt>
    <dgm:pt modelId="{EC69A6F6-51F2-B94F-819A-B0158DD5B486}" type="pres">
      <dgm:prSet presAssocID="{F0C921FB-75A4-41F0-8564-A1642552A6FA}" presName="lineNode" presStyleLbl="alignAccFollowNode1" presStyleIdx="18" presStyleCnt="30"/>
      <dgm:spPr/>
    </dgm:pt>
    <dgm:pt modelId="{3BD2E0A7-E7BA-6D48-916A-9FD8058092A5}" type="pres">
      <dgm:prSet presAssocID="{F0C921FB-75A4-41F0-8564-A1642552A6FA}" presName="lineArrowNode" presStyleLbl="alignAccFollowNode1" presStyleIdx="19" presStyleCnt="30"/>
      <dgm:spPr/>
    </dgm:pt>
    <dgm:pt modelId="{CE9C4216-B09E-1947-BFDA-61A089383D01}" type="pres">
      <dgm:prSet presAssocID="{84F45B37-859E-4BCE-9CA5-841ACD5CD59F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0B61D6BC-DD26-CA46-B1A1-375514C299C1}" type="pres">
      <dgm:prSet presAssocID="{84F45B37-859E-4BCE-9CA5-841ACD5CD59F}" presName="spacerBetweenCircleAndCallout" presStyleCnt="0">
        <dgm:presLayoutVars/>
      </dgm:prSet>
      <dgm:spPr/>
    </dgm:pt>
    <dgm:pt modelId="{BDA0B88C-AF2F-2E44-80EF-34F4862DD1A8}" type="pres">
      <dgm:prSet presAssocID="{F0C921FB-75A4-41F0-8564-A1642552A6FA}" presName="nodeText" presStyleLbl="alignAccFollowNode1" presStyleIdx="20" presStyleCnt="30">
        <dgm:presLayoutVars>
          <dgm:bulletEnabled val="1"/>
        </dgm:presLayoutVars>
      </dgm:prSet>
      <dgm:spPr/>
    </dgm:pt>
    <dgm:pt modelId="{3EB8E6CC-5E83-8C40-8CC5-1AD689C26ED3}" type="pres">
      <dgm:prSet presAssocID="{84F45B37-859E-4BCE-9CA5-841ACD5CD59F}" presName="sibTransComposite" presStyleCnt="0"/>
      <dgm:spPr/>
    </dgm:pt>
    <dgm:pt modelId="{0D39BC3A-1A30-2D4C-BA82-6F60CEDFA4D9}" type="pres">
      <dgm:prSet presAssocID="{915541C4-AB96-43D1-896C-32D696B014F7}" presName="compositeNode" presStyleCnt="0"/>
      <dgm:spPr/>
    </dgm:pt>
    <dgm:pt modelId="{CD4E7945-8C7D-964B-A056-F3F422744F26}" type="pres">
      <dgm:prSet presAssocID="{915541C4-AB96-43D1-896C-32D696B014F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8C7CEA4-3A61-7D44-A139-8322E650C809}" type="pres">
      <dgm:prSet presAssocID="{915541C4-AB96-43D1-896C-32D696B014F7}" presName="parSh" presStyleCnt="0"/>
      <dgm:spPr/>
    </dgm:pt>
    <dgm:pt modelId="{634117BD-46E8-0A44-9785-2AFCEA81C15B}" type="pres">
      <dgm:prSet presAssocID="{915541C4-AB96-43D1-896C-32D696B014F7}" presName="lineNode" presStyleLbl="alignAccFollowNode1" presStyleIdx="21" presStyleCnt="30"/>
      <dgm:spPr/>
    </dgm:pt>
    <dgm:pt modelId="{E73BE987-499B-7E4D-B9F1-FEA2532934A4}" type="pres">
      <dgm:prSet presAssocID="{915541C4-AB96-43D1-896C-32D696B014F7}" presName="lineArrowNode" presStyleLbl="alignAccFollowNode1" presStyleIdx="22" presStyleCnt="30"/>
      <dgm:spPr/>
    </dgm:pt>
    <dgm:pt modelId="{74EF5DCC-D257-9044-A8A6-47B7FC86E67F}" type="pres">
      <dgm:prSet presAssocID="{005B8CEC-F178-46BF-A166-B1664056587A}" presName="sibTransNodeCircle" presStyleLbl="alignNode1" presStyleIdx="7" presStyleCnt="10">
        <dgm:presLayoutVars>
          <dgm:chMax val="0"/>
          <dgm:bulletEnabled/>
        </dgm:presLayoutVars>
      </dgm:prSet>
      <dgm:spPr/>
    </dgm:pt>
    <dgm:pt modelId="{A65963A0-5C3C-A242-AE71-7126E92559FE}" type="pres">
      <dgm:prSet presAssocID="{005B8CEC-F178-46BF-A166-B1664056587A}" presName="spacerBetweenCircleAndCallout" presStyleCnt="0">
        <dgm:presLayoutVars/>
      </dgm:prSet>
      <dgm:spPr/>
    </dgm:pt>
    <dgm:pt modelId="{FF8A80B3-6470-5F49-AF93-A448D53758C9}" type="pres">
      <dgm:prSet presAssocID="{915541C4-AB96-43D1-896C-32D696B014F7}" presName="nodeText" presStyleLbl="alignAccFollowNode1" presStyleIdx="23" presStyleCnt="30">
        <dgm:presLayoutVars>
          <dgm:bulletEnabled val="1"/>
        </dgm:presLayoutVars>
      </dgm:prSet>
      <dgm:spPr/>
    </dgm:pt>
    <dgm:pt modelId="{4E27D45B-316A-3246-92D1-4FDDACC2A550}" type="pres">
      <dgm:prSet presAssocID="{005B8CEC-F178-46BF-A166-B1664056587A}" presName="sibTransComposite" presStyleCnt="0"/>
      <dgm:spPr/>
    </dgm:pt>
    <dgm:pt modelId="{0FF4DF19-3721-8D43-B3B1-E3977C46683A}" type="pres">
      <dgm:prSet presAssocID="{67807572-1BD2-4498-B011-6356FFB34EBF}" presName="compositeNode" presStyleCnt="0"/>
      <dgm:spPr/>
    </dgm:pt>
    <dgm:pt modelId="{EFE6C0CB-2017-7741-B9AE-A5BE73F2181B}" type="pres">
      <dgm:prSet presAssocID="{67807572-1BD2-4498-B011-6356FFB34EB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56866AB-37E3-5E46-92BD-D0E8A4F961CF}" type="pres">
      <dgm:prSet presAssocID="{67807572-1BD2-4498-B011-6356FFB34EBF}" presName="parSh" presStyleCnt="0"/>
      <dgm:spPr/>
    </dgm:pt>
    <dgm:pt modelId="{BB150D4D-102E-D647-969C-F0DDA8B96143}" type="pres">
      <dgm:prSet presAssocID="{67807572-1BD2-4498-B011-6356FFB34EBF}" presName="lineNode" presStyleLbl="alignAccFollowNode1" presStyleIdx="24" presStyleCnt="30"/>
      <dgm:spPr/>
    </dgm:pt>
    <dgm:pt modelId="{49F12387-217B-7647-B42B-BE7BA9ABD8A3}" type="pres">
      <dgm:prSet presAssocID="{67807572-1BD2-4498-B011-6356FFB34EBF}" presName="lineArrowNode" presStyleLbl="alignAccFollowNode1" presStyleIdx="25" presStyleCnt="30"/>
      <dgm:spPr/>
    </dgm:pt>
    <dgm:pt modelId="{0861BA22-7724-6248-B413-FEF9B5DA278C}" type="pres">
      <dgm:prSet presAssocID="{390B8852-BC9F-4BE9-972A-74E4F1846347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EA1B9713-1AC9-024A-A533-5487326C9775}" type="pres">
      <dgm:prSet presAssocID="{390B8852-BC9F-4BE9-972A-74E4F1846347}" presName="spacerBetweenCircleAndCallout" presStyleCnt="0">
        <dgm:presLayoutVars/>
      </dgm:prSet>
      <dgm:spPr/>
    </dgm:pt>
    <dgm:pt modelId="{F0965B57-5A3E-154D-94E1-E94FCF22F2DE}" type="pres">
      <dgm:prSet presAssocID="{67807572-1BD2-4498-B011-6356FFB34EBF}" presName="nodeText" presStyleLbl="alignAccFollowNode1" presStyleIdx="26" presStyleCnt="30">
        <dgm:presLayoutVars>
          <dgm:bulletEnabled val="1"/>
        </dgm:presLayoutVars>
      </dgm:prSet>
      <dgm:spPr/>
    </dgm:pt>
    <dgm:pt modelId="{972D4530-D85D-9844-A271-30F97D0146D3}" type="pres">
      <dgm:prSet presAssocID="{390B8852-BC9F-4BE9-972A-74E4F1846347}" presName="sibTransComposite" presStyleCnt="0"/>
      <dgm:spPr/>
    </dgm:pt>
    <dgm:pt modelId="{52F3B486-02FF-8143-8DB9-2C5AEB16223A}" type="pres">
      <dgm:prSet presAssocID="{8CF05DF2-3D56-4DC4-A55E-7B99A44AD2BB}" presName="compositeNode" presStyleCnt="0"/>
      <dgm:spPr/>
    </dgm:pt>
    <dgm:pt modelId="{D220EA6A-BE2A-DB46-91B8-F39EB7EE763E}" type="pres">
      <dgm:prSet presAssocID="{8CF05DF2-3D56-4DC4-A55E-7B99A44AD2B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21AD7F9-D4B0-3543-9E8D-91E54D6787D0}" type="pres">
      <dgm:prSet presAssocID="{8CF05DF2-3D56-4DC4-A55E-7B99A44AD2BB}" presName="parSh" presStyleCnt="0"/>
      <dgm:spPr/>
    </dgm:pt>
    <dgm:pt modelId="{D724151B-0FA4-A845-BAFA-D33DB871218E}" type="pres">
      <dgm:prSet presAssocID="{8CF05DF2-3D56-4DC4-A55E-7B99A44AD2BB}" presName="lineNode" presStyleLbl="alignAccFollowNode1" presStyleIdx="27" presStyleCnt="30"/>
      <dgm:spPr/>
    </dgm:pt>
    <dgm:pt modelId="{AE8C9567-E441-014F-BE02-095B5BD0A9E8}" type="pres">
      <dgm:prSet presAssocID="{8CF05DF2-3D56-4DC4-A55E-7B99A44AD2BB}" presName="lineArrowNode" presStyleLbl="alignAccFollowNode1" presStyleIdx="28" presStyleCnt="30"/>
      <dgm:spPr/>
    </dgm:pt>
    <dgm:pt modelId="{AA885CD3-0602-0548-80D7-F6F741D6887B}" type="pres">
      <dgm:prSet presAssocID="{C3DDAA92-C074-42DA-8AA4-B557A9712225}" presName="sibTransNodeCircle" presStyleLbl="alignNode1" presStyleIdx="9" presStyleCnt="10">
        <dgm:presLayoutVars>
          <dgm:chMax val="0"/>
          <dgm:bulletEnabled/>
        </dgm:presLayoutVars>
      </dgm:prSet>
      <dgm:spPr/>
    </dgm:pt>
    <dgm:pt modelId="{D40019A3-B94F-534E-8825-9A0E180ADE6C}" type="pres">
      <dgm:prSet presAssocID="{C3DDAA92-C074-42DA-8AA4-B557A9712225}" presName="spacerBetweenCircleAndCallout" presStyleCnt="0">
        <dgm:presLayoutVars/>
      </dgm:prSet>
      <dgm:spPr/>
    </dgm:pt>
    <dgm:pt modelId="{8092C35E-79A0-6742-B432-9077D73E4371}" type="pres">
      <dgm:prSet presAssocID="{8CF05DF2-3D56-4DC4-A55E-7B99A44AD2BB}" presName="nodeText" presStyleLbl="alignAccFollowNode1" presStyleIdx="29" presStyleCnt="30">
        <dgm:presLayoutVars>
          <dgm:bulletEnabled val="1"/>
        </dgm:presLayoutVars>
      </dgm:prSet>
      <dgm:spPr/>
    </dgm:pt>
  </dgm:ptLst>
  <dgm:cxnLst>
    <dgm:cxn modelId="{4C1A9103-A2E7-D048-AAB4-445CCC6ED065}" type="presOf" srcId="{C3DDAA92-C074-42DA-8AA4-B557A9712225}" destId="{AA885CD3-0602-0548-80D7-F6F741D6887B}" srcOrd="0" destOrd="0" presId="urn:microsoft.com/office/officeart/2016/7/layout/LinearArrowProcessNumbered"/>
    <dgm:cxn modelId="{A749140D-1AFA-0F4A-9DCC-A98D2DEF8432}" type="presOf" srcId="{71285C06-D8A8-439E-9A8E-C282417998A8}" destId="{DB6417ED-F47B-4E4D-97E2-161046C509F4}" srcOrd="0" destOrd="0" presId="urn:microsoft.com/office/officeart/2016/7/layout/LinearArrowProcessNumbered"/>
    <dgm:cxn modelId="{064DB50D-6D47-4AB2-A0E4-B1C08D5CBC59}" srcId="{F72F0A8D-F1C1-45D1-BC90-2B75828E7576}" destId="{915541C4-AB96-43D1-896C-32D696B014F7}" srcOrd="7" destOrd="0" parTransId="{65BF85C2-D335-4B19-870D-93A76696374D}" sibTransId="{005B8CEC-F178-46BF-A166-B1664056587A}"/>
    <dgm:cxn modelId="{2B40C416-4F38-C840-A51F-6F30EBA58B2B}" type="presOf" srcId="{F72F0A8D-F1C1-45D1-BC90-2B75828E7576}" destId="{36B0FE73-04B3-F340-9DD3-E99D8348AC11}" srcOrd="0" destOrd="0" presId="urn:microsoft.com/office/officeart/2016/7/layout/LinearArrowProcessNumbered"/>
    <dgm:cxn modelId="{9692831A-D3B8-471D-9BD2-56DDC3DE5C97}" srcId="{F72F0A8D-F1C1-45D1-BC90-2B75828E7576}" destId="{F0A71825-3061-415C-BD51-180E9D50D6B3}" srcOrd="3" destOrd="0" parTransId="{B4D0A501-1FA9-406A-962E-8BE109E1608D}" sibTransId="{875B289D-3253-4F0B-BE23-1930934898E1}"/>
    <dgm:cxn modelId="{ACE4371D-646E-461D-88C7-E001EF516D54}" srcId="{F72F0A8D-F1C1-45D1-BC90-2B75828E7576}" destId="{B3CBC8F8-D193-4A29-8314-F7BBFFF1D499}" srcOrd="0" destOrd="0" parTransId="{20D2B080-4537-4E1D-9D65-ACEDD05C7266}" sibTransId="{3AC46D95-D132-4C62-9734-0EB71F27DC26}"/>
    <dgm:cxn modelId="{3B6E951E-8C1B-4A68-AAF3-6D88B81E51B5}" srcId="{F72F0A8D-F1C1-45D1-BC90-2B75828E7576}" destId="{006CC47E-1CCF-4847-9927-B31B1B36A034}" srcOrd="2" destOrd="0" parTransId="{E676CAD0-8B71-4D8A-BDD1-31AC57EFD8AF}" sibTransId="{BB848F62-81F4-4FE4-A4AB-9FDACC49EC45}"/>
    <dgm:cxn modelId="{FC8FA426-1F72-46B6-944A-7E58AB3CD8A7}" srcId="{F72F0A8D-F1C1-45D1-BC90-2B75828E7576}" destId="{71285C06-D8A8-439E-9A8E-C282417998A8}" srcOrd="1" destOrd="0" parTransId="{2748D4C7-B135-4D9D-AA90-B1CE75D9957D}" sibTransId="{6F2B6E31-C21E-4044-883D-12CB505D79DB}"/>
    <dgm:cxn modelId="{19D61433-1002-4744-83BB-ED565FBE9480}" type="presOf" srcId="{3AC46D95-D132-4C62-9734-0EB71F27DC26}" destId="{8BF7DD38-4BD5-AA4B-B21E-DF492FF06DE4}" srcOrd="0" destOrd="0" presId="urn:microsoft.com/office/officeart/2016/7/layout/LinearArrowProcessNumbered"/>
    <dgm:cxn modelId="{A9416834-29E8-4CBA-A5F2-0EB6EAED7382}" srcId="{F72F0A8D-F1C1-45D1-BC90-2B75828E7576}" destId="{67807572-1BD2-4498-B011-6356FFB34EBF}" srcOrd="8" destOrd="0" parTransId="{6413BEB4-AFB0-414E-A5F1-3C3F118D015D}" sibTransId="{390B8852-BC9F-4BE9-972A-74E4F1846347}"/>
    <dgm:cxn modelId="{703A3A41-EB16-144C-86F1-8D16FBCD3935}" type="presOf" srcId="{390B8852-BC9F-4BE9-972A-74E4F1846347}" destId="{0861BA22-7724-6248-B413-FEF9B5DA278C}" srcOrd="0" destOrd="0" presId="urn:microsoft.com/office/officeart/2016/7/layout/LinearArrowProcessNumbered"/>
    <dgm:cxn modelId="{F4DCFE4E-027E-764A-841F-903345AEF91B}" type="presOf" srcId="{84F45B37-859E-4BCE-9CA5-841ACD5CD59F}" destId="{CE9C4216-B09E-1947-BFDA-61A089383D01}" srcOrd="0" destOrd="0" presId="urn:microsoft.com/office/officeart/2016/7/layout/LinearArrowProcessNumbered"/>
    <dgm:cxn modelId="{6CDF8960-5661-6D4F-8F35-8988BC6D2B66}" type="presOf" srcId="{F0A71825-3061-415C-BD51-180E9D50D6B3}" destId="{A94EF8C5-2593-274F-B2B2-EA4FA6A2918F}" srcOrd="0" destOrd="0" presId="urn:microsoft.com/office/officeart/2016/7/layout/LinearArrowProcessNumbered"/>
    <dgm:cxn modelId="{17AF0161-6D81-0B43-B777-787D02939FC2}" type="presOf" srcId="{875B289D-3253-4F0B-BE23-1930934898E1}" destId="{7EAE1AA1-FBCC-C145-B8E5-D2D6DEDD3935}" srcOrd="0" destOrd="0" presId="urn:microsoft.com/office/officeart/2016/7/layout/LinearArrowProcessNumbered"/>
    <dgm:cxn modelId="{C69AF461-4B8C-CB4E-99F1-1692DFA257BA}" type="presOf" srcId="{8CF05DF2-3D56-4DC4-A55E-7B99A44AD2BB}" destId="{8092C35E-79A0-6742-B432-9077D73E4371}" srcOrd="0" destOrd="0" presId="urn:microsoft.com/office/officeart/2016/7/layout/LinearArrowProcessNumbered"/>
    <dgm:cxn modelId="{2A730677-D1E1-424A-8602-1006868DDCBF}" type="presOf" srcId="{5FD5C2C6-286B-4354-AC06-3101F1B4F208}" destId="{ED90F7CD-F0A2-DC47-AE1C-A1C2BD39FA14}" srcOrd="0" destOrd="0" presId="urn:microsoft.com/office/officeart/2016/7/layout/LinearArrowProcessNumbered"/>
    <dgm:cxn modelId="{3DFE9F7A-68EF-A64E-9099-B0A54C726507}" type="presOf" srcId="{2A3E6FDD-4D5D-4B7B-B065-9D7EC182601A}" destId="{73463A1D-5F13-5C43-B423-0E24574053A6}" srcOrd="0" destOrd="0" presId="urn:microsoft.com/office/officeart/2016/7/layout/LinearArrowProcessNumbered"/>
    <dgm:cxn modelId="{BA7E3482-B958-4E37-8CF5-3D4BCF4FD421}" srcId="{F72F0A8D-F1C1-45D1-BC90-2B75828E7576}" destId="{C867F118-F22C-45B1-B488-3D0EC384819E}" srcOrd="5" destOrd="0" parTransId="{57A24495-371F-4085-A817-D9F840F9D2E2}" sibTransId="{4538549B-44FF-4DC0-8245-A11825C95583}"/>
    <dgm:cxn modelId="{505E9C84-B9A1-2D43-9379-F4E08744D440}" type="presOf" srcId="{005B8CEC-F178-46BF-A166-B1664056587A}" destId="{74EF5DCC-D257-9044-A8A6-47B7FC86E67F}" srcOrd="0" destOrd="0" presId="urn:microsoft.com/office/officeart/2016/7/layout/LinearArrowProcessNumbered"/>
    <dgm:cxn modelId="{4F55B089-0318-4596-B176-FFFF47F75BAC}" srcId="{F72F0A8D-F1C1-45D1-BC90-2B75828E7576}" destId="{5FD5C2C6-286B-4354-AC06-3101F1B4F208}" srcOrd="4" destOrd="0" parTransId="{F1D94573-A092-408D-BDD7-2FD0FDE84E09}" sibTransId="{2A3E6FDD-4D5D-4B7B-B065-9D7EC182601A}"/>
    <dgm:cxn modelId="{0975608F-6A38-C34C-841B-DB7E44C90133}" type="presOf" srcId="{F0C921FB-75A4-41F0-8564-A1642552A6FA}" destId="{BDA0B88C-AF2F-2E44-80EF-34F4862DD1A8}" srcOrd="0" destOrd="0" presId="urn:microsoft.com/office/officeart/2016/7/layout/LinearArrowProcessNumbered"/>
    <dgm:cxn modelId="{5C649695-5FDD-4A4A-AACA-363C465A162C}" srcId="{F72F0A8D-F1C1-45D1-BC90-2B75828E7576}" destId="{F0C921FB-75A4-41F0-8564-A1642552A6FA}" srcOrd="6" destOrd="0" parTransId="{9FA05D70-E4C7-4FF6-9A50-10DCB234E581}" sibTransId="{84F45B37-859E-4BCE-9CA5-841ACD5CD59F}"/>
    <dgm:cxn modelId="{7802BC95-7993-C14B-A52E-221877CA1168}" type="presOf" srcId="{67807572-1BD2-4498-B011-6356FFB34EBF}" destId="{F0965B57-5A3E-154D-94E1-E94FCF22F2DE}" srcOrd="0" destOrd="0" presId="urn:microsoft.com/office/officeart/2016/7/layout/LinearArrowProcessNumbered"/>
    <dgm:cxn modelId="{79C5D395-741C-144D-A459-01162458D0E8}" type="presOf" srcId="{6F2B6E31-C21E-4044-883D-12CB505D79DB}" destId="{68BA2662-ED5E-C048-8092-C2958EDA5645}" srcOrd="0" destOrd="0" presId="urn:microsoft.com/office/officeart/2016/7/layout/LinearArrowProcessNumbered"/>
    <dgm:cxn modelId="{DA09EBAA-4B31-3340-89EC-D69F10F2790C}" type="presOf" srcId="{4538549B-44FF-4DC0-8245-A11825C95583}" destId="{A4DAE8B2-0932-4E42-9E56-4CB26A7DBAB1}" srcOrd="0" destOrd="0" presId="urn:microsoft.com/office/officeart/2016/7/layout/LinearArrowProcessNumbered"/>
    <dgm:cxn modelId="{9AB0ACAC-9E14-AA49-A602-19D370E427B4}" type="presOf" srcId="{C867F118-F22C-45B1-B488-3D0EC384819E}" destId="{35D291C0-0E5F-E64B-84BD-B8477A3F60F7}" srcOrd="0" destOrd="0" presId="urn:microsoft.com/office/officeart/2016/7/layout/LinearArrowProcessNumbered"/>
    <dgm:cxn modelId="{7CFC59C6-275F-455C-8A2E-5197C1ED9D6D}" srcId="{F72F0A8D-F1C1-45D1-BC90-2B75828E7576}" destId="{8CF05DF2-3D56-4DC4-A55E-7B99A44AD2BB}" srcOrd="9" destOrd="0" parTransId="{9E974C48-BBFE-4AEF-8D05-AA6EE59A4176}" sibTransId="{C3DDAA92-C074-42DA-8AA4-B557A9712225}"/>
    <dgm:cxn modelId="{C7E81DCC-522D-7C45-83A4-74CC3FCE26A0}" type="presOf" srcId="{915541C4-AB96-43D1-896C-32D696B014F7}" destId="{FF8A80B3-6470-5F49-AF93-A448D53758C9}" srcOrd="0" destOrd="0" presId="urn:microsoft.com/office/officeart/2016/7/layout/LinearArrowProcessNumbered"/>
    <dgm:cxn modelId="{78876BD9-CDE1-284D-83C0-CA09CE4B6B3E}" type="presOf" srcId="{006CC47E-1CCF-4847-9927-B31B1B36A034}" destId="{1AC95AA4-E3A8-7A4E-966C-8003CE8B7D3E}" srcOrd="0" destOrd="0" presId="urn:microsoft.com/office/officeart/2016/7/layout/LinearArrowProcessNumbered"/>
    <dgm:cxn modelId="{B33820F9-4B4B-7B4B-BEB7-B4579B073B3A}" type="presOf" srcId="{BB848F62-81F4-4FE4-A4AB-9FDACC49EC45}" destId="{A7ED11A8-2432-8242-82B5-8AC63EF880B9}" srcOrd="0" destOrd="0" presId="urn:microsoft.com/office/officeart/2016/7/layout/LinearArrowProcessNumbered"/>
    <dgm:cxn modelId="{52579DFA-3488-3644-8A9A-0BDFA3E9CF7C}" type="presOf" srcId="{B3CBC8F8-D193-4A29-8314-F7BBFFF1D499}" destId="{1BB5B5E8-5E55-8247-B204-E891BF7640D3}" srcOrd="0" destOrd="0" presId="urn:microsoft.com/office/officeart/2016/7/layout/LinearArrowProcessNumbered"/>
    <dgm:cxn modelId="{ED3FF9DF-9EB6-3A4F-B84F-7C18BBE68E7D}" type="presParOf" srcId="{36B0FE73-04B3-F340-9DD3-E99D8348AC11}" destId="{8895359E-99E6-1C45-86F6-95CC44ED5834}" srcOrd="0" destOrd="0" presId="urn:microsoft.com/office/officeart/2016/7/layout/LinearArrowProcessNumbered"/>
    <dgm:cxn modelId="{3F65F93B-330A-4E48-8D52-F9FB5F43FE95}" type="presParOf" srcId="{8895359E-99E6-1C45-86F6-95CC44ED5834}" destId="{AAE54622-1BCD-6F4D-8717-25C9F0DDCD8B}" srcOrd="0" destOrd="0" presId="urn:microsoft.com/office/officeart/2016/7/layout/LinearArrowProcessNumbered"/>
    <dgm:cxn modelId="{1512B182-A52C-BC48-A09E-23AEA4DD3108}" type="presParOf" srcId="{8895359E-99E6-1C45-86F6-95CC44ED5834}" destId="{8970EBB3-2D2F-C844-B9FC-324A52D066F2}" srcOrd="1" destOrd="0" presId="urn:microsoft.com/office/officeart/2016/7/layout/LinearArrowProcessNumbered"/>
    <dgm:cxn modelId="{3B01C001-9F38-D148-A270-0795724DFBFD}" type="presParOf" srcId="{8970EBB3-2D2F-C844-B9FC-324A52D066F2}" destId="{63501A92-A906-4D40-B0E7-6945F1B5049D}" srcOrd="0" destOrd="0" presId="urn:microsoft.com/office/officeart/2016/7/layout/LinearArrowProcessNumbered"/>
    <dgm:cxn modelId="{0B3AFF28-2E82-934A-BB73-E1AE3D411F5E}" type="presParOf" srcId="{8970EBB3-2D2F-C844-B9FC-324A52D066F2}" destId="{9DEC55FE-81B4-844D-8804-429FB4518AEB}" srcOrd="1" destOrd="0" presId="urn:microsoft.com/office/officeart/2016/7/layout/LinearArrowProcessNumbered"/>
    <dgm:cxn modelId="{0E51E62D-82CC-0045-A865-547DE736EB66}" type="presParOf" srcId="{8970EBB3-2D2F-C844-B9FC-324A52D066F2}" destId="{8BF7DD38-4BD5-AA4B-B21E-DF492FF06DE4}" srcOrd="2" destOrd="0" presId="urn:microsoft.com/office/officeart/2016/7/layout/LinearArrowProcessNumbered"/>
    <dgm:cxn modelId="{49EC5D24-937A-4B45-8CD8-CB9972DF2F39}" type="presParOf" srcId="{8970EBB3-2D2F-C844-B9FC-324A52D066F2}" destId="{D90367BE-7CEF-0943-996F-4EFB8D9FE6BE}" srcOrd="3" destOrd="0" presId="urn:microsoft.com/office/officeart/2016/7/layout/LinearArrowProcessNumbered"/>
    <dgm:cxn modelId="{939366B6-AFAB-4144-96E1-47B8213A2788}" type="presParOf" srcId="{8895359E-99E6-1C45-86F6-95CC44ED5834}" destId="{1BB5B5E8-5E55-8247-B204-E891BF7640D3}" srcOrd="2" destOrd="0" presId="urn:microsoft.com/office/officeart/2016/7/layout/LinearArrowProcessNumbered"/>
    <dgm:cxn modelId="{177618AD-DBB4-4E4F-A0FC-A420E2B6269E}" type="presParOf" srcId="{36B0FE73-04B3-F340-9DD3-E99D8348AC11}" destId="{C0D8D578-7803-C247-B0EF-8172532FAF61}" srcOrd="1" destOrd="0" presId="urn:microsoft.com/office/officeart/2016/7/layout/LinearArrowProcessNumbered"/>
    <dgm:cxn modelId="{068CC12E-92C9-F74D-B899-2F94BA97AA5E}" type="presParOf" srcId="{36B0FE73-04B3-F340-9DD3-E99D8348AC11}" destId="{0AE02569-F906-1C44-B0BF-D69CB6F18723}" srcOrd="2" destOrd="0" presId="urn:microsoft.com/office/officeart/2016/7/layout/LinearArrowProcessNumbered"/>
    <dgm:cxn modelId="{C874EEAD-151A-CB43-AC3F-B2A676EB2F59}" type="presParOf" srcId="{0AE02569-F906-1C44-B0BF-D69CB6F18723}" destId="{FC10575D-CDE5-7242-933A-A1E0EA77F0E1}" srcOrd="0" destOrd="0" presId="urn:microsoft.com/office/officeart/2016/7/layout/LinearArrowProcessNumbered"/>
    <dgm:cxn modelId="{F59758D7-5393-A840-B920-668494B836B7}" type="presParOf" srcId="{0AE02569-F906-1C44-B0BF-D69CB6F18723}" destId="{4880E473-A513-BC48-8FB3-3171554910D0}" srcOrd="1" destOrd="0" presId="urn:microsoft.com/office/officeart/2016/7/layout/LinearArrowProcessNumbered"/>
    <dgm:cxn modelId="{34D0D4CA-160B-B54F-A287-549535009B07}" type="presParOf" srcId="{4880E473-A513-BC48-8FB3-3171554910D0}" destId="{AAB8E805-30D7-484F-97CE-4F6F90DB6103}" srcOrd="0" destOrd="0" presId="urn:microsoft.com/office/officeart/2016/7/layout/LinearArrowProcessNumbered"/>
    <dgm:cxn modelId="{1EC055CB-04F1-9A49-90C0-FF42E31B6C12}" type="presParOf" srcId="{4880E473-A513-BC48-8FB3-3171554910D0}" destId="{0D98B6D2-5475-4E4A-B5C9-CF4FD1E22E9A}" srcOrd="1" destOrd="0" presId="urn:microsoft.com/office/officeart/2016/7/layout/LinearArrowProcessNumbered"/>
    <dgm:cxn modelId="{1B6BB16C-4672-944E-8617-D207DC8F61A1}" type="presParOf" srcId="{4880E473-A513-BC48-8FB3-3171554910D0}" destId="{68BA2662-ED5E-C048-8092-C2958EDA5645}" srcOrd="2" destOrd="0" presId="urn:microsoft.com/office/officeart/2016/7/layout/LinearArrowProcessNumbered"/>
    <dgm:cxn modelId="{7F8C6B16-30AD-F44E-BFBD-C39C7EFBE6FC}" type="presParOf" srcId="{4880E473-A513-BC48-8FB3-3171554910D0}" destId="{CA7B0EC1-0EAC-7447-9DF9-9FD0E31828B3}" srcOrd="3" destOrd="0" presId="urn:microsoft.com/office/officeart/2016/7/layout/LinearArrowProcessNumbered"/>
    <dgm:cxn modelId="{986DC59D-CACA-2446-8274-84F0C3E2F6EF}" type="presParOf" srcId="{0AE02569-F906-1C44-B0BF-D69CB6F18723}" destId="{DB6417ED-F47B-4E4D-97E2-161046C509F4}" srcOrd="2" destOrd="0" presId="urn:microsoft.com/office/officeart/2016/7/layout/LinearArrowProcessNumbered"/>
    <dgm:cxn modelId="{25C3DD9E-01EE-D04B-91A4-F4EA6A7E9593}" type="presParOf" srcId="{36B0FE73-04B3-F340-9DD3-E99D8348AC11}" destId="{C918F548-554A-3D43-834C-CAA978286377}" srcOrd="3" destOrd="0" presId="urn:microsoft.com/office/officeart/2016/7/layout/LinearArrowProcessNumbered"/>
    <dgm:cxn modelId="{BD889CBC-15AE-404F-BB86-4C2AE1937888}" type="presParOf" srcId="{36B0FE73-04B3-F340-9DD3-E99D8348AC11}" destId="{0C3CFF3F-25E9-AD4C-ABE6-54E2B732E08F}" srcOrd="4" destOrd="0" presId="urn:microsoft.com/office/officeart/2016/7/layout/LinearArrowProcessNumbered"/>
    <dgm:cxn modelId="{3A0C90B7-E628-324B-B155-5204995A7065}" type="presParOf" srcId="{0C3CFF3F-25E9-AD4C-ABE6-54E2B732E08F}" destId="{4FC49C1B-D9C7-5841-BFB3-172002311985}" srcOrd="0" destOrd="0" presId="urn:microsoft.com/office/officeart/2016/7/layout/LinearArrowProcessNumbered"/>
    <dgm:cxn modelId="{853513DC-A52E-0441-9158-C185194B7FFB}" type="presParOf" srcId="{0C3CFF3F-25E9-AD4C-ABE6-54E2B732E08F}" destId="{4D4BAEE8-A21B-7E46-9761-733CBBD029DB}" srcOrd="1" destOrd="0" presId="urn:microsoft.com/office/officeart/2016/7/layout/LinearArrowProcessNumbered"/>
    <dgm:cxn modelId="{581DCFD6-9068-8247-8631-DF02F3647447}" type="presParOf" srcId="{4D4BAEE8-A21B-7E46-9761-733CBBD029DB}" destId="{7A0C6D92-57A2-7541-8181-E9B183663EC8}" srcOrd="0" destOrd="0" presId="urn:microsoft.com/office/officeart/2016/7/layout/LinearArrowProcessNumbered"/>
    <dgm:cxn modelId="{989DFF49-82E6-E94A-BD92-1A0BBDAEBF3D}" type="presParOf" srcId="{4D4BAEE8-A21B-7E46-9761-733CBBD029DB}" destId="{5C7F8501-C657-2B47-8253-8736DFDB83CA}" srcOrd="1" destOrd="0" presId="urn:microsoft.com/office/officeart/2016/7/layout/LinearArrowProcessNumbered"/>
    <dgm:cxn modelId="{0AD09EE8-306B-F149-8952-3F9D6209D423}" type="presParOf" srcId="{4D4BAEE8-A21B-7E46-9761-733CBBD029DB}" destId="{A7ED11A8-2432-8242-82B5-8AC63EF880B9}" srcOrd="2" destOrd="0" presId="urn:microsoft.com/office/officeart/2016/7/layout/LinearArrowProcessNumbered"/>
    <dgm:cxn modelId="{21014468-A86F-914B-A16E-FBCEDFB988D9}" type="presParOf" srcId="{4D4BAEE8-A21B-7E46-9761-733CBBD029DB}" destId="{845B6532-8C86-7C42-8195-C1F2F317F4FD}" srcOrd="3" destOrd="0" presId="urn:microsoft.com/office/officeart/2016/7/layout/LinearArrowProcessNumbered"/>
    <dgm:cxn modelId="{69DB03DB-D25C-F84B-84AC-12897A5EB26C}" type="presParOf" srcId="{0C3CFF3F-25E9-AD4C-ABE6-54E2B732E08F}" destId="{1AC95AA4-E3A8-7A4E-966C-8003CE8B7D3E}" srcOrd="2" destOrd="0" presId="urn:microsoft.com/office/officeart/2016/7/layout/LinearArrowProcessNumbered"/>
    <dgm:cxn modelId="{C179E509-961B-464A-B28F-23C778B571CF}" type="presParOf" srcId="{36B0FE73-04B3-F340-9DD3-E99D8348AC11}" destId="{1433B366-2553-B841-B23D-9FBED2857200}" srcOrd="5" destOrd="0" presId="urn:microsoft.com/office/officeart/2016/7/layout/LinearArrowProcessNumbered"/>
    <dgm:cxn modelId="{3B5751AD-51A0-7240-A21A-AB9CA389D4DC}" type="presParOf" srcId="{36B0FE73-04B3-F340-9DD3-E99D8348AC11}" destId="{ABFB9039-041B-D445-8A07-BF53EDEFD317}" srcOrd="6" destOrd="0" presId="urn:microsoft.com/office/officeart/2016/7/layout/LinearArrowProcessNumbered"/>
    <dgm:cxn modelId="{16328777-58DB-AF49-A01A-78D8CE155558}" type="presParOf" srcId="{ABFB9039-041B-D445-8A07-BF53EDEFD317}" destId="{861E989F-D1A2-F54D-8916-E669A99EF28A}" srcOrd="0" destOrd="0" presId="urn:microsoft.com/office/officeart/2016/7/layout/LinearArrowProcessNumbered"/>
    <dgm:cxn modelId="{C2855FFE-5913-B84A-A063-6D28988AB180}" type="presParOf" srcId="{ABFB9039-041B-D445-8A07-BF53EDEFD317}" destId="{6864F7CF-4410-4448-93C8-0CFF747C3005}" srcOrd="1" destOrd="0" presId="urn:microsoft.com/office/officeart/2016/7/layout/LinearArrowProcessNumbered"/>
    <dgm:cxn modelId="{D49023A1-38E8-764D-ADF7-F15EF489811D}" type="presParOf" srcId="{6864F7CF-4410-4448-93C8-0CFF747C3005}" destId="{BFF6172B-F51D-9F4C-A0F6-870B9F299C14}" srcOrd="0" destOrd="0" presId="urn:microsoft.com/office/officeart/2016/7/layout/LinearArrowProcessNumbered"/>
    <dgm:cxn modelId="{3958471B-AA39-3849-BE76-093755FAC09A}" type="presParOf" srcId="{6864F7CF-4410-4448-93C8-0CFF747C3005}" destId="{4F163441-762B-734B-9D12-E4C9CDFF9B46}" srcOrd="1" destOrd="0" presId="urn:microsoft.com/office/officeart/2016/7/layout/LinearArrowProcessNumbered"/>
    <dgm:cxn modelId="{620A1735-8C37-4646-B88D-AFB28455F5DF}" type="presParOf" srcId="{6864F7CF-4410-4448-93C8-0CFF747C3005}" destId="{7EAE1AA1-FBCC-C145-B8E5-D2D6DEDD3935}" srcOrd="2" destOrd="0" presId="urn:microsoft.com/office/officeart/2016/7/layout/LinearArrowProcessNumbered"/>
    <dgm:cxn modelId="{F8C06AD0-A8FD-BA40-8E69-7D8D69DEDD2F}" type="presParOf" srcId="{6864F7CF-4410-4448-93C8-0CFF747C3005}" destId="{5A241550-2682-E349-A3C6-565F7203C92E}" srcOrd="3" destOrd="0" presId="urn:microsoft.com/office/officeart/2016/7/layout/LinearArrowProcessNumbered"/>
    <dgm:cxn modelId="{BB60A78B-3519-BC41-8EAB-3E39FC7F6CC8}" type="presParOf" srcId="{ABFB9039-041B-D445-8A07-BF53EDEFD317}" destId="{A94EF8C5-2593-274F-B2B2-EA4FA6A2918F}" srcOrd="2" destOrd="0" presId="urn:microsoft.com/office/officeart/2016/7/layout/LinearArrowProcessNumbered"/>
    <dgm:cxn modelId="{8B794103-F890-AF4B-A743-D4E1B9FFC277}" type="presParOf" srcId="{36B0FE73-04B3-F340-9DD3-E99D8348AC11}" destId="{9B1E83FA-CC74-E04C-B587-80B72A968658}" srcOrd="7" destOrd="0" presId="urn:microsoft.com/office/officeart/2016/7/layout/LinearArrowProcessNumbered"/>
    <dgm:cxn modelId="{A4574542-B577-FF41-9F19-F56486526BEC}" type="presParOf" srcId="{36B0FE73-04B3-F340-9DD3-E99D8348AC11}" destId="{40EA6010-4A46-DF4F-B071-3F4FB192F6F8}" srcOrd="8" destOrd="0" presId="urn:microsoft.com/office/officeart/2016/7/layout/LinearArrowProcessNumbered"/>
    <dgm:cxn modelId="{799B5533-9F9B-834D-B4B1-31F3FCAEA09A}" type="presParOf" srcId="{40EA6010-4A46-DF4F-B071-3F4FB192F6F8}" destId="{304BBB3D-2354-5641-BF6D-CB07353CEE19}" srcOrd="0" destOrd="0" presId="urn:microsoft.com/office/officeart/2016/7/layout/LinearArrowProcessNumbered"/>
    <dgm:cxn modelId="{08FF68E1-2615-A542-8E02-1097A784F9AB}" type="presParOf" srcId="{40EA6010-4A46-DF4F-B071-3F4FB192F6F8}" destId="{38D8237D-D02C-D046-9C45-B25FF6D7EDFC}" srcOrd="1" destOrd="0" presId="urn:microsoft.com/office/officeart/2016/7/layout/LinearArrowProcessNumbered"/>
    <dgm:cxn modelId="{1BDBAB80-DF7E-3140-9E13-A0881E952CB8}" type="presParOf" srcId="{38D8237D-D02C-D046-9C45-B25FF6D7EDFC}" destId="{B5D911DB-92C5-C24E-BC02-55588B19340B}" srcOrd="0" destOrd="0" presId="urn:microsoft.com/office/officeart/2016/7/layout/LinearArrowProcessNumbered"/>
    <dgm:cxn modelId="{0BB8780C-96E6-5C41-ACA7-0CEA70AD47CB}" type="presParOf" srcId="{38D8237D-D02C-D046-9C45-B25FF6D7EDFC}" destId="{FC3CBEEC-BC9A-D24E-B129-ED3C701F0548}" srcOrd="1" destOrd="0" presId="urn:microsoft.com/office/officeart/2016/7/layout/LinearArrowProcessNumbered"/>
    <dgm:cxn modelId="{2D25BEEB-00E2-8F48-B344-7D0321E3F389}" type="presParOf" srcId="{38D8237D-D02C-D046-9C45-B25FF6D7EDFC}" destId="{73463A1D-5F13-5C43-B423-0E24574053A6}" srcOrd="2" destOrd="0" presId="urn:microsoft.com/office/officeart/2016/7/layout/LinearArrowProcessNumbered"/>
    <dgm:cxn modelId="{A415BC31-446A-DC4A-8ECE-C9C8159E9FF6}" type="presParOf" srcId="{38D8237D-D02C-D046-9C45-B25FF6D7EDFC}" destId="{3592CD8A-3AC1-844E-947F-A097FDB48E64}" srcOrd="3" destOrd="0" presId="urn:microsoft.com/office/officeart/2016/7/layout/LinearArrowProcessNumbered"/>
    <dgm:cxn modelId="{0AB2B07C-4466-624C-AA6C-712980679A66}" type="presParOf" srcId="{40EA6010-4A46-DF4F-B071-3F4FB192F6F8}" destId="{ED90F7CD-F0A2-DC47-AE1C-A1C2BD39FA14}" srcOrd="2" destOrd="0" presId="urn:microsoft.com/office/officeart/2016/7/layout/LinearArrowProcessNumbered"/>
    <dgm:cxn modelId="{07EF69F4-95BB-0B43-A3B3-48C5C8612F7F}" type="presParOf" srcId="{36B0FE73-04B3-F340-9DD3-E99D8348AC11}" destId="{1A241FAF-BFDE-5145-BD2C-A1F50FCBBFB7}" srcOrd="9" destOrd="0" presId="urn:microsoft.com/office/officeart/2016/7/layout/LinearArrowProcessNumbered"/>
    <dgm:cxn modelId="{71A030B3-4967-6941-83B5-E601D41D4FA1}" type="presParOf" srcId="{36B0FE73-04B3-F340-9DD3-E99D8348AC11}" destId="{CEA48836-39EB-2F41-8D67-BBF8E5179913}" srcOrd="10" destOrd="0" presId="urn:microsoft.com/office/officeart/2016/7/layout/LinearArrowProcessNumbered"/>
    <dgm:cxn modelId="{0CF81F43-0E9D-824A-A533-C383AAD01735}" type="presParOf" srcId="{CEA48836-39EB-2F41-8D67-BBF8E5179913}" destId="{3B97146C-A92A-E846-BCD0-D4E631A0A805}" srcOrd="0" destOrd="0" presId="urn:microsoft.com/office/officeart/2016/7/layout/LinearArrowProcessNumbered"/>
    <dgm:cxn modelId="{0833BA45-5973-BD42-9AB0-45BE3345C04E}" type="presParOf" srcId="{CEA48836-39EB-2F41-8D67-BBF8E5179913}" destId="{2014EE45-4DC2-7044-8601-B82BD61D57DD}" srcOrd="1" destOrd="0" presId="urn:microsoft.com/office/officeart/2016/7/layout/LinearArrowProcessNumbered"/>
    <dgm:cxn modelId="{5A47ED7E-250C-3C4C-A1C2-F3F613E2EC16}" type="presParOf" srcId="{2014EE45-4DC2-7044-8601-B82BD61D57DD}" destId="{69422E27-26D7-3440-8273-4E1EBC971860}" srcOrd="0" destOrd="0" presId="urn:microsoft.com/office/officeart/2016/7/layout/LinearArrowProcessNumbered"/>
    <dgm:cxn modelId="{F1A3C428-67C7-6542-934E-55263AA59B89}" type="presParOf" srcId="{2014EE45-4DC2-7044-8601-B82BD61D57DD}" destId="{68F448C4-ADA1-C840-9323-7AAC78722CA1}" srcOrd="1" destOrd="0" presId="urn:microsoft.com/office/officeart/2016/7/layout/LinearArrowProcessNumbered"/>
    <dgm:cxn modelId="{581CE7D2-C901-CC47-A32A-A7227D26550F}" type="presParOf" srcId="{2014EE45-4DC2-7044-8601-B82BD61D57DD}" destId="{A4DAE8B2-0932-4E42-9E56-4CB26A7DBAB1}" srcOrd="2" destOrd="0" presId="urn:microsoft.com/office/officeart/2016/7/layout/LinearArrowProcessNumbered"/>
    <dgm:cxn modelId="{FB63D17F-C7FC-184B-8EFE-1BFB48100598}" type="presParOf" srcId="{2014EE45-4DC2-7044-8601-B82BD61D57DD}" destId="{CB3299C3-9890-6141-A3B1-3D8003F14E63}" srcOrd="3" destOrd="0" presId="urn:microsoft.com/office/officeart/2016/7/layout/LinearArrowProcessNumbered"/>
    <dgm:cxn modelId="{82BB23E0-7D70-D34A-AF28-510FEDD3FF54}" type="presParOf" srcId="{CEA48836-39EB-2F41-8D67-BBF8E5179913}" destId="{35D291C0-0E5F-E64B-84BD-B8477A3F60F7}" srcOrd="2" destOrd="0" presId="urn:microsoft.com/office/officeart/2016/7/layout/LinearArrowProcessNumbered"/>
    <dgm:cxn modelId="{C1B1813B-09D6-CA4B-A2A8-B9D2DBCD6408}" type="presParOf" srcId="{36B0FE73-04B3-F340-9DD3-E99D8348AC11}" destId="{68D054C4-2B52-8041-954F-B35D2227DDE4}" srcOrd="11" destOrd="0" presId="urn:microsoft.com/office/officeart/2016/7/layout/LinearArrowProcessNumbered"/>
    <dgm:cxn modelId="{9BEF2169-DE90-2C47-B2E5-E162DF55C352}" type="presParOf" srcId="{36B0FE73-04B3-F340-9DD3-E99D8348AC11}" destId="{1A6A0339-46F0-6142-BF92-F96DF9694781}" srcOrd="12" destOrd="0" presId="urn:microsoft.com/office/officeart/2016/7/layout/LinearArrowProcessNumbered"/>
    <dgm:cxn modelId="{7FBD9C6A-9A53-B247-98A0-CC0A66FADD48}" type="presParOf" srcId="{1A6A0339-46F0-6142-BF92-F96DF9694781}" destId="{FBD33B08-6718-7245-8300-AD7F99DF3BD0}" srcOrd="0" destOrd="0" presId="urn:microsoft.com/office/officeart/2016/7/layout/LinearArrowProcessNumbered"/>
    <dgm:cxn modelId="{3250F4B0-8281-DB4F-9D5C-FC5EE9CCC8C0}" type="presParOf" srcId="{1A6A0339-46F0-6142-BF92-F96DF9694781}" destId="{984C982A-A067-EA4F-BF58-10C412804F99}" srcOrd="1" destOrd="0" presId="urn:microsoft.com/office/officeart/2016/7/layout/LinearArrowProcessNumbered"/>
    <dgm:cxn modelId="{3B6CA80E-7039-B24E-9A19-661AF1C573A5}" type="presParOf" srcId="{984C982A-A067-EA4F-BF58-10C412804F99}" destId="{EC69A6F6-51F2-B94F-819A-B0158DD5B486}" srcOrd="0" destOrd="0" presId="urn:microsoft.com/office/officeart/2016/7/layout/LinearArrowProcessNumbered"/>
    <dgm:cxn modelId="{803E03A8-98EE-E94A-B8D7-7BFCBEDF76F1}" type="presParOf" srcId="{984C982A-A067-EA4F-BF58-10C412804F99}" destId="{3BD2E0A7-E7BA-6D48-916A-9FD8058092A5}" srcOrd="1" destOrd="0" presId="urn:microsoft.com/office/officeart/2016/7/layout/LinearArrowProcessNumbered"/>
    <dgm:cxn modelId="{5D2BDB90-B799-6C4D-B717-CC2A6BCA08DA}" type="presParOf" srcId="{984C982A-A067-EA4F-BF58-10C412804F99}" destId="{CE9C4216-B09E-1947-BFDA-61A089383D01}" srcOrd="2" destOrd="0" presId="urn:microsoft.com/office/officeart/2016/7/layout/LinearArrowProcessNumbered"/>
    <dgm:cxn modelId="{6D4B0CFE-E864-C64D-84B9-B07BC130DD1E}" type="presParOf" srcId="{984C982A-A067-EA4F-BF58-10C412804F99}" destId="{0B61D6BC-DD26-CA46-B1A1-375514C299C1}" srcOrd="3" destOrd="0" presId="urn:microsoft.com/office/officeart/2016/7/layout/LinearArrowProcessNumbered"/>
    <dgm:cxn modelId="{2DADE6F9-4C13-7E47-B92E-B928C73E18CB}" type="presParOf" srcId="{1A6A0339-46F0-6142-BF92-F96DF9694781}" destId="{BDA0B88C-AF2F-2E44-80EF-34F4862DD1A8}" srcOrd="2" destOrd="0" presId="urn:microsoft.com/office/officeart/2016/7/layout/LinearArrowProcessNumbered"/>
    <dgm:cxn modelId="{C57E4FF3-BA62-B346-9904-8567079A589D}" type="presParOf" srcId="{36B0FE73-04B3-F340-9DD3-E99D8348AC11}" destId="{3EB8E6CC-5E83-8C40-8CC5-1AD689C26ED3}" srcOrd="13" destOrd="0" presId="urn:microsoft.com/office/officeart/2016/7/layout/LinearArrowProcessNumbered"/>
    <dgm:cxn modelId="{EEE0630E-F30C-9848-9A4F-8A9A54317714}" type="presParOf" srcId="{36B0FE73-04B3-F340-9DD3-E99D8348AC11}" destId="{0D39BC3A-1A30-2D4C-BA82-6F60CEDFA4D9}" srcOrd="14" destOrd="0" presId="urn:microsoft.com/office/officeart/2016/7/layout/LinearArrowProcessNumbered"/>
    <dgm:cxn modelId="{B360009E-0DCC-6847-B049-D6E956B10EED}" type="presParOf" srcId="{0D39BC3A-1A30-2D4C-BA82-6F60CEDFA4D9}" destId="{CD4E7945-8C7D-964B-A056-F3F422744F26}" srcOrd="0" destOrd="0" presId="urn:microsoft.com/office/officeart/2016/7/layout/LinearArrowProcessNumbered"/>
    <dgm:cxn modelId="{B0295816-1DE7-F142-B3A1-3B3B266F7E8F}" type="presParOf" srcId="{0D39BC3A-1A30-2D4C-BA82-6F60CEDFA4D9}" destId="{F8C7CEA4-3A61-7D44-A139-8322E650C809}" srcOrd="1" destOrd="0" presId="urn:microsoft.com/office/officeart/2016/7/layout/LinearArrowProcessNumbered"/>
    <dgm:cxn modelId="{EDCD09A5-FC52-D64D-AC9E-2A8064B3A8AE}" type="presParOf" srcId="{F8C7CEA4-3A61-7D44-A139-8322E650C809}" destId="{634117BD-46E8-0A44-9785-2AFCEA81C15B}" srcOrd="0" destOrd="0" presId="urn:microsoft.com/office/officeart/2016/7/layout/LinearArrowProcessNumbered"/>
    <dgm:cxn modelId="{04997F56-C7ED-4648-9F8A-A6422E1B6AA5}" type="presParOf" srcId="{F8C7CEA4-3A61-7D44-A139-8322E650C809}" destId="{E73BE987-499B-7E4D-B9F1-FEA2532934A4}" srcOrd="1" destOrd="0" presId="urn:microsoft.com/office/officeart/2016/7/layout/LinearArrowProcessNumbered"/>
    <dgm:cxn modelId="{85E9AD9B-1E3A-324B-90CD-AC32BD12D12C}" type="presParOf" srcId="{F8C7CEA4-3A61-7D44-A139-8322E650C809}" destId="{74EF5DCC-D257-9044-A8A6-47B7FC86E67F}" srcOrd="2" destOrd="0" presId="urn:microsoft.com/office/officeart/2016/7/layout/LinearArrowProcessNumbered"/>
    <dgm:cxn modelId="{B5F6F8B0-6B55-9D43-B276-BB2DAEAD62DD}" type="presParOf" srcId="{F8C7CEA4-3A61-7D44-A139-8322E650C809}" destId="{A65963A0-5C3C-A242-AE71-7126E92559FE}" srcOrd="3" destOrd="0" presId="urn:microsoft.com/office/officeart/2016/7/layout/LinearArrowProcessNumbered"/>
    <dgm:cxn modelId="{CBA21D94-E6B6-ED4E-9456-4B33F025A4B1}" type="presParOf" srcId="{0D39BC3A-1A30-2D4C-BA82-6F60CEDFA4D9}" destId="{FF8A80B3-6470-5F49-AF93-A448D53758C9}" srcOrd="2" destOrd="0" presId="urn:microsoft.com/office/officeart/2016/7/layout/LinearArrowProcessNumbered"/>
    <dgm:cxn modelId="{6B58C2B1-BDA1-8545-84C2-B13C57AEFD59}" type="presParOf" srcId="{36B0FE73-04B3-F340-9DD3-E99D8348AC11}" destId="{4E27D45B-316A-3246-92D1-4FDDACC2A550}" srcOrd="15" destOrd="0" presId="urn:microsoft.com/office/officeart/2016/7/layout/LinearArrowProcessNumbered"/>
    <dgm:cxn modelId="{E2DE2356-05FC-1245-9885-340C6B99E922}" type="presParOf" srcId="{36B0FE73-04B3-F340-9DD3-E99D8348AC11}" destId="{0FF4DF19-3721-8D43-B3B1-E3977C46683A}" srcOrd="16" destOrd="0" presId="urn:microsoft.com/office/officeart/2016/7/layout/LinearArrowProcessNumbered"/>
    <dgm:cxn modelId="{92B2C68B-3C3F-0148-85B6-B0EE043E0612}" type="presParOf" srcId="{0FF4DF19-3721-8D43-B3B1-E3977C46683A}" destId="{EFE6C0CB-2017-7741-B9AE-A5BE73F2181B}" srcOrd="0" destOrd="0" presId="urn:microsoft.com/office/officeart/2016/7/layout/LinearArrowProcessNumbered"/>
    <dgm:cxn modelId="{D558B5A2-8C1C-3540-8D2A-DCD17EF3C751}" type="presParOf" srcId="{0FF4DF19-3721-8D43-B3B1-E3977C46683A}" destId="{356866AB-37E3-5E46-92BD-D0E8A4F961CF}" srcOrd="1" destOrd="0" presId="urn:microsoft.com/office/officeart/2016/7/layout/LinearArrowProcessNumbered"/>
    <dgm:cxn modelId="{70CCAA07-08A7-0943-8AD3-B1AE12EFBFA7}" type="presParOf" srcId="{356866AB-37E3-5E46-92BD-D0E8A4F961CF}" destId="{BB150D4D-102E-D647-969C-F0DDA8B96143}" srcOrd="0" destOrd="0" presId="urn:microsoft.com/office/officeart/2016/7/layout/LinearArrowProcessNumbered"/>
    <dgm:cxn modelId="{95E3D326-5C14-1D4C-9C54-5C8B77EC689F}" type="presParOf" srcId="{356866AB-37E3-5E46-92BD-D0E8A4F961CF}" destId="{49F12387-217B-7647-B42B-BE7BA9ABD8A3}" srcOrd="1" destOrd="0" presId="urn:microsoft.com/office/officeart/2016/7/layout/LinearArrowProcessNumbered"/>
    <dgm:cxn modelId="{6117B4CC-E526-F342-94E9-86FDE109A43D}" type="presParOf" srcId="{356866AB-37E3-5E46-92BD-D0E8A4F961CF}" destId="{0861BA22-7724-6248-B413-FEF9B5DA278C}" srcOrd="2" destOrd="0" presId="urn:microsoft.com/office/officeart/2016/7/layout/LinearArrowProcessNumbered"/>
    <dgm:cxn modelId="{1A8FAF66-3FA5-0045-B9BE-C401FE305BF4}" type="presParOf" srcId="{356866AB-37E3-5E46-92BD-D0E8A4F961CF}" destId="{EA1B9713-1AC9-024A-A533-5487326C9775}" srcOrd="3" destOrd="0" presId="urn:microsoft.com/office/officeart/2016/7/layout/LinearArrowProcessNumbered"/>
    <dgm:cxn modelId="{CF784FF0-D2CF-5B48-8BBA-E845C3322A02}" type="presParOf" srcId="{0FF4DF19-3721-8D43-B3B1-E3977C46683A}" destId="{F0965B57-5A3E-154D-94E1-E94FCF22F2DE}" srcOrd="2" destOrd="0" presId="urn:microsoft.com/office/officeart/2016/7/layout/LinearArrowProcessNumbered"/>
    <dgm:cxn modelId="{AF9D72F9-CBA7-4749-8C22-B0D834434CC4}" type="presParOf" srcId="{36B0FE73-04B3-F340-9DD3-E99D8348AC11}" destId="{972D4530-D85D-9844-A271-30F97D0146D3}" srcOrd="17" destOrd="0" presId="urn:microsoft.com/office/officeart/2016/7/layout/LinearArrowProcessNumbered"/>
    <dgm:cxn modelId="{8DF8871F-9872-0C4A-B37B-F03A8F34C17B}" type="presParOf" srcId="{36B0FE73-04B3-F340-9DD3-E99D8348AC11}" destId="{52F3B486-02FF-8143-8DB9-2C5AEB16223A}" srcOrd="18" destOrd="0" presId="urn:microsoft.com/office/officeart/2016/7/layout/LinearArrowProcessNumbered"/>
    <dgm:cxn modelId="{0ED0D976-C0B3-204C-B2BB-EE73CE07FE24}" type="presParOf" srcId="{52F3B486-02FF-8143-8DB9-2C5AEB16223A}" destId="{D220EA6A-BE2A-DB46-91B8-F39EB7EE763E}" srcOrd="0" destOrd="0" presId="urn:microsoft.com/office/officeart/2016/7/layout/LinearArrowProcessNumbered"/>
    <dgm:cxn modelId="{18732A3D-E0C5-7148-A840-26D191A7C93C}" type="presParOf" srcId="{52F3B486-02FF-8143-8DB9-2C5AEB16223A}" destId="{121AD7F9-D4B0-3543-9E8D-91E54D6787D0}" srcOrd="1" destOrd="0" presId="urn:microsoft.com/office/officeart/2016/7/layout/LinearArrowProcessNumbered"/>
    <dgm:cxn modelId="{58D6BC85-91B0-9742-812C-9C8B28ADE295}" type="presParOf" srcId="{121AD7F9-D4B0-3543-9E8D-91E54D6787D0}" destId="{D724151B-0FA4-A845-BAFA-D33DB871218E}" srcOrd="0" destOrd="0" presId="urn:microsoft.com/office/officeart/2016/7/layout/LinearArrowProcessNumbered"/>
    <dgm:cxn modelId="{832B367E-33A5-9948-8E6E-38E3ADBA37BD}" type="presParOf" srcId="{121AD7F9-D4B0-3543-9E8D-91E54D6787D0}" destId="{AE8C9567-E441-014F-BE02-095B5BD0A9E8}" srcOrd="1" destOrd="0" presId="urn:microsoft.com/office/officeart/2016/7/layout/LinearArrowProcessNumbered"/>
    <dgm:cxn modelId="{7390FAF1-7C11-994C-9390-F9485365B266}" type="presParOf" srcId="{121AD7F9-D4B0-3543-9E8D-91E54D6787D0}" destId="{AA885CD3-0602-0548-80D7-F6F741D6887B}" srcOrd="2" destOrd="0" presId="urn:microsoft.com/office/officeart/2016/7/layout/LinearArrowProcessNumbered"/>
    <dgm:cxn modelId="{6656C6F1-21CA-D24B-8C6D-729A608ADE51}" type="presParOf" srcId="{121AD7F9-D4B0-3543-9E8D-91E54D6787D0}" destId="{D40019A3-B94F-534E-8825-9A0E180ADE6C}" srcOrd="3" destOrd="0" presId="urn:microsoft.com/office/officeart/2016/7/layout/LinearArrowProcessNumbered"/>
    <dgm:cxn modelId="{E90D6046-0A0F-5E4B-9CCC-288A78AEC50C}" type="presParOf" srcId="{52F3B486-02FF-8143-8DB9-2C5AEB16223A}" destId="{8092C35E-79A0-6742-B432-9077D73E4371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9171E3-CF15-4E3F-976E-E77AF42A3641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9BB54AF-4A68-4655-936A-EAA2F0B14436}">
      <dgm:prSet/>
      <dgm:spPr/>
      <dgm:t>
        <a:bodyPr/>
        <a:lstStyle/>
        <a:p>
          <a:r>
            <a:rPr lang="en-US"/>
            <a:t>Open Vitis</a:t>
          </a:r>
        </a:p>
      </dgm:t>
    </dgm:pt>
    <dgm:pt modelId="{C8F8E5D9-4D66-4EFB-804B-F6C1D55DF5A5}" type="parTrans" cxnId="{7A9090A9-0738-407B-BB78-42BC594A6653}">
      <dgm:prSet/>
      <dgm:spPr/>
      <dgm:t>
        <a:bodyPr/>
        <a:lstStyle/>
        <a:p>
          <a:endParaRPr lang="en-US"/>
        </a:p>
      </dgm:t>
    </dgm:pt>
    <dgm:pt modelId="{13B2CC29-741F-4935-A4B9-729EC06E6EAE}" type="sibTrans" cxnId="{7A9090A9-0738-407B-BB78-42BC594A6653}">
      <dgm:prSet/>
      <dgm:spPr/>
      <dgm:t>
        <a:bodyPr/>
        <a:lstStyle/>
        <a:p>
          <a:endParaRPr lang="en-US"/>
        </a:p>
      </dgm:t>
    </dgm:pt>
    <dgm:pt modelId="{F0700425-649B-44B8-81C7-CE0E3992C4E6}">
      <dgm:prSet/>
      <dgm:spPr/>
      <dgm:t>
        <a:bodyPr/>
        <a:lstStyle/>
        <a:p>
          <a:r>
            <a:rPr lang="en-US"/>
            <a:t>Create or use exported hardware platform</a:t>
          </a:r>
        </a:p>
      </dgm:t>
    </dgm:pt>
    <dgm:pt modelId="{1128A79E-100D-4785-8048-7E8B135F7AAA}" type="parTrans" cxnId="{4DA8A63F-66BC-43F0-9040-E917E26D9203}">
      <dgm:prSet/>
      <dgm:spPr/>
      <dgm:t>
        <a:bodyPr/>
        <a:lstStyle/>
        <a:p>
          <a:endParaRPr lang="en-US"/>
        </a:p>
      </dgm:t>
    </dgm:pt>
    <dgm:pt modelId="{0EF38B5F-156F-4BFE-AFE7-71A1A25E7180}" type="sibTrans" cxnId="{4DA8A63F-66BC-43F0-9040-E917E26D9203}">
      <dgm:prSet/>
      <dgm:spPr/>
      <dgm:t>
        <a:bodyPr/>
        <a:lstStyle/>
        <a:p>
          <a:endParaRPr lang="en-US"/>
        </a:p>
      </dgm:t>
    </dgm:pt>
    <dgm:pt modelId="{2AD370D8-90AD-4DCE-A60E-06D9055440C2}">
      <dgm:prSet/>
      <dgm:spPr/>
      <dgm:t>
        <a:bodyPr/>
        <a:lstStyle/>
        <a:p>
          <a:r>
            <a:rPr lang="en-US"/>
            <a:t>Write a C application</a:t>
          </a:r>
        </a:p>
      </dgm:t>
    </dgm:pt>
    <dgm:pt modelId="{F1895591-076E-4321-A2E3-8876A857E52E}" type="parTrans" cxnId="{3A55EEA0-0204-4FB6-B06F-7415621F0B28}">
      <dgm:prSet/>
      <dgm:spPr/>
      <dgm:t>
        <a:bodyPr/>
        <a:lstStyle/>
        <a:p>
          <a:endParaRPr lang="en-US"/>
        </a:p>
      </dgm:t>
    </dgm:pt>
    <dgm:pt modelId="{65DD126B-3660-4EF3-B6A2-90F56B0F23D7}" type="sibTrans" cxnId="{3A55EEA0-0204-4FB6-B06F-7415621F0B28}">
      <dgm:prSet/>
      <dgm:spPr/>
      <dgm:t>
        <a:bodyPr/>
        <a:lstStyle/>
        <a:p>
          <a:endParaRPr lang="en-US"/>
        </a:p>
      </dgm:t>
    </dgm:pt>
    <dgm:pt modelId="{2768A39C-2587-4CC1-9A83-2AAA40A6EB7F}">
      <dgm:prSet/>
      <dgm:spPr/>
      <dgm:t>
        <a:bodyPr/>
        <a:lstStyle/>
        <a:p>
          <a:r>
            <a:rPr lang="en-US"/>
            <a:t>Access the seven_segment_axi registers from software</a:t>
          </a:r>
        </a:p>
      </dgm:t>
    </dgm:pt>
    <dgm:pt modelId="{BDF12F59-F26C-477E-93ED-FC4C59A457A1}" type="parTrans" cxnId="{1201BA6F-6E02-4052-AC6D-3898A0FD36F2}">
      <dgm:prSet/>
      <dgm:spPr/>
      <dgm:t>
        <a:bodyPr/>
        <a:lstStyle/>
        <a:p>
          <a:endParaRPr lang="en-US"/>
        </a:p>
      </dgm:t>
    </dgm:pt>
    <dgm:pt modelId="{0E59DECE-94D2-4E01-90A7-4CCD1D2CBDA8}" type="sibTrans" cxnId="{1201BA6F-6E02-4052-AC6D-3898A0FD36F2}">
      <dgm:prSet/>
      <dgm:spPr/>
      <dgm:t>
        <a:bodyPr/>
        <a:lstStyle/>
        <a:p>
          <a:endParaRPr lang="en-US"/>
        </a:p>
      </dgm:t>
    </dgm:pt>
    <dgm:pt modelId="{9BF260B2-D561-47DA-B2E8-B7F4E3FCD6E1}">
      <dgm:prSet/>
      <dgm:spPr/>
      <dgm:t>
        <a:bodyPr/>
        <a:lstStyle/>
        <a:p>
          <a:r>
            <a:rPr lang="en-US"/>
            <a:t>Write digit values through AXI</a:t>
          </a:r>
        </a:p>
      </dgm:t>
    </dgm:pt>
    <dgm:pt modelId="{49FBE2C4-363D-4BEB-A50B-9684710B13A5}" type="parTrans" cxnId="{95EF9E23-2131-42A8-B739-6EECC68D4D16}">
      <dgm:prSet/>
      <dgm:spPr/>
      <dgm:t>
        <a:bodyPr/>
        <a:lstStyle/>
        <a:p>
          <a:endParaRPr lang="en-US"/>
        </a:p>
      </dgm:t>
    </dgm:pt>
    <dgm:pt modelId="{AA2E3D0B-47C4-4225-8DA4-4086A6890095}" type="sibTrans" cxnId="{95EF9E23-2131-42A8-B739-6EECC68D4D16}">
      <dgm:prSet/>
      <dgm:spPr/>
      <dgm:t>
        <a:bodyPr/>
        <a:lstStyle/>
        <a:p>
          <a:endParaRPr lang="en-US"/>
        </a:p>
      </dgm:t>
    </dgm:pt>
    <dgm:pt modelId="{60CF002F-9BF0-46BA-9220-BC0E83712D55}">
      <dgm:prSet/>
      <dgm:spPr/>
      <dgm:t>
        <a:bodyPr/>
        <a:lstStyle/>
        <a:p>
          <a:r>
            <a:rPr lang="en-US"/>
            <a:t>Observe the seven-segment display output</a:t>
          </a:r>
        </a:p>
      </dgm:t>
    </dgm:pt>
    <dgm:pt modelId="{1D546218-6B19-40FC-9851-3749C805CA31}" type="parTrans" cxnId="{E8B4D8BE-F66C-4B54-A006-ED9E0E180F11}">
      <dgm:prSet/>
      <dgm:spPr/>
      <dgm:t>
        <a:bodyPr/>
        <a:lstStyle/>
        <a:p>
          <a:endParaRPr lang="en-US"/>
        </a:p>
      </dgm:t>
    </dgm:pt>
    <dgm:pt modelId="{883A3767-AFBD-48A6-9DDF-67F4EBB1FF20}" type="sibTrans" cxnId="{E8B4D8BE-F66C-4B54-A006-ED9E0E180F11}">
      <dgm:prSet/>
      <dgm:spPr/>
      <dgm:t>
        <a:bodyPr/>
        <a:lstStyle/>
        <a:p>
          <a:endParaRPr lang="en-US"/>
        </a:p>
      </dgm:t>
    </dgm:pt>
    <dgm:pt modelId="{4111E039-3D9F-4F77-99ED-8EF8576B9926}">
      <dgm:prSet/>
      <dgm:spPr/>
      <dgm:t>
        <a:bodyPr/>
        <a:lstStyle/>
        <a:p>
          <a:r>
            <a:rPr lang="en-US"/>
            <a:t>Optionally loop through values 0–9</a:t>
          </a:r>
        </a:p>
      </dgm:t>
    </dgm:pt>
    <dgm:pt modelId="{38EBF47D-970B-432C-AF6E-BEA8571B5F78}" type="parTrans" cxnId="{D4786CE3-AAF7-4C90-86DD-7A3D1691A3E0}">
      <dgm:prSet/>
      <dgm:spPr/>
      <dgm:t>
        <a:bodyPr/>
        <a:lstStyle/>
        <a:p>
          <a:endParaRPr lang="en-US"/>
        </a:p>
      </dgm:t>
    </dgm:pt>
    <dgm:pt modelId="{76DB09C7-5FD4-4D96-BCCE-0C09DC75BB88}" type="sibTrans" cxnId="{D4786CE3-AAF7-4C90-86DD-7A3D1691A3E0}">
      <dgm:prSet/>
      <dgm:spPr/>
      <dgm:t>
        <a:bodyPr/>
        <a:lstStyle/>
        <a:p>
          <a:endParaRPr lang="en-US"/>
        </a:p>
      </dgm:t>
    </dgm:pt>
    <dgm:pt modelId="{F1276BF6-DB9D-4C1F-B036-93A96E932699}">
      <dgm:prSet/>
      <dgm:spPr/>
      <dgm:t>
        <a:bodyPr/>
        <a:lstStyle/>
        <a:p>
          <a:r>
            <a:rPr lang="en-US"/>
            <a:t>Main output:</a:t>
          </a:r>
        </a:p>
      </dgm:t>
    </dgm:pt>
    <dgm:pt modelId="{56A34723-1D4C-4A72-8D65-C45993AE1218}" type="parTrans" cxnId="{2C90AD37-1DDD-4A33-B579-F98807CD2CBA}">
      <dgm:prSet/>
      <dgm:spPr/>
      <dgm:t>
        <a:bodyPr/>
        <a:lstStyle/>
        <a:p>
          <a:endParaRPr lang="en-US"/>
        </a:p>
      </dgm:t>
    </dgm:pt>
    <dgm:pt modelId="{C8B6D7CB-DF39-4BE7-965F-AC1DFB20EC65}" type="sibTrans" cxnId="{2C90AD37-1DDD-4A33-B579-F98807CD2CBA}">
      <dgm:prSet/>
      <dgm:spPr/>
      <dgm:t>
        <a:bodyPr/>
        <a:lstStyle/>
        <a:p>
          <a:endParaRPr lang="en-US"/>
        </a:p>
      </dgm:t>
    </dgm:pt>
    <dgm:pt modelId="{E7EA2FA7-DCE5-4C74-BEBE-71B79C4EAF7D}">
      <dgm:prSet/>
      <dgm:spPr/>
      <dgm:t>
        <a:bodyPr/>
        <a:lstStyle/>
        <a:p>
          <a:r>
            <a:rPr lang="en-US"/>
            <a:t>A C program running on the ARM processor controls the HLS-generated seven-segment peripheral.</a:t>
          </a:r>
        </a:p>
      </dgm:t>
    </dgm:pt>
    <dgm:pt modelId="{03B37AA0-A843-41F1-9149-DFDB02E0632F}" type="parTrans" cxnId="{A8516418-E32D-4DF1-8FDA-2D30C1648465}">
      <dgm:prSet/>
      <dgm:spPr/>
      <dgm:t>
        <a:bodyPr/>
        <a:lstStyle/>
        <a:p>
          <a:endParaRPr lang="en-US"/>
        </a:p>
      </dgm:t>
    </dgm:pt>
    <dgm:pt modelId="{23B5A981-CEE4-4ADA-9961-F7F733377541}" type="sibTrans" cxnId="{A8516418-E32D-4DF1-8FDA-2D30C1648465}">
      <dgm:prSet/>
      <dgm:spPr/>
      <dgm:t>
        <a:bodyPr/>
        <a:lstStyle/>
        <a:p>
          <a:endParaRPr lang="en-US"/>
        </a:p>
      </dgm:t>
    </dgm:pt>
    <dgm:pt modelId="{5DF398A9-E5A8-584C-9451-08DAA78E0C32}" type="pres">
      <dgm:prSet presAssocID="{C19171E3-CF15-4E3F-976E-E77AF42A3641}" presName="Name0" presStyleCnt="0">
        <dgm:presLayoutVars>
          <dgm:dir/>
          <dgm:resizeHandles val="exact"/>
        </dgm:presLayoutVars>
      </dgm:prSet>
      <dgm:spPr/>
    </dgm:pt>
    <dgm:pt modelId="{31FE416E-8A11-4F4E-A7A8-F5B7C12E5456}" type="pres">
      <dgm:prSet presAssocID="{69BB54AF-4A68-4655-936A-EAA2F0B14436}" presName="node" presStyleLbl="node1" presStyleIdx="0" presStyleCnt="9">
        <dgm:presLayoutVars>
          <dgm:bulletEnabled val="1"/>
        </dgm:presLayoutVars>
      </dgm:prSet>
      <dgm:spPr/>
    </dgm:pt>
    <dgm:pt modelId="{B8446D04-8215-634C-86E0-124282B86360}" type="pres">
      <dgm:prSet presAssocID="{13B2CC29-741F-4935-A4B9-729EC06E6EAE}" presName="sibTrans" presStyleLbl="sibTrans1D1" presStyleIdx="0" presStyleCnt="8"/>
      <dgm:spPr/>
    </dgm:pt>
    <dgm:pt modelId="{CAD36D30-E1BC-1D40-A074-D853802C5FF1}" type="pres">
      <dgm:prSet presAssocID="{13B2CC29-741F-4935-A4B9-729EC06E6EAE}" presName="connectorText" presStyleLbl="sibTrans1D1" presStyleIdx="0" presStyleCnt="8"/>
      <dgm:spPr/>
    </dgm:pt>
    <dgm:pt modelId="{8B6A4D6D-601A-2243-B059-BD48515A6CD9}" type="pres">
      <dgm:prSet presAssocID="{F0700425-649B-44B8-81C7-CE0E3992C4E6}" presName="node" presStyleLbl="node1" presStyleIdx="1" presStyleCnt="9">
        <dgm:presLayoutVars>
          <dgm:bulletEnabled val="1"/>
        </dgm:presLayoutVars>
      </dgm:prSet>
      <dgm:spPr/>
    </dgm:pt>
    <dgm:pt modelId="{6900F709-8D83-7D4D-B4E8-9078924A38F8}" type="pres">
      <dgm:prSet presAssocID="{0EF38B5F-156F-4BFE-AFE7-71A1A25E7180}" presName="sibTrans" presStyleLbl="sibTrans1D1" presStyleIdx="1" presStyleCnt="8"/>
      <dgm:spPr/>
    </dgm:pt>
    <dgm:pt modelId="{9DB81476-7E97-6546-B540-BD4C4881B59A}" type="pres">
      <dgm:prSet presAssocID="{0EF38B5F-156F-4BFE-AFE7-71A1A25E7180}" presName="connectorText" presStyleLbl="sibTrans1D1" presStyleIdx="1" presStyleCnt="8"/>
      <dgm:spPr/>
    </dgm:pt>
    <dgm:pt modelId="{F46AE363-178B-FC4F-B2B8-BACEB86E8AC2}" type="pres">
      <dgm:prSet presAssocID="{2AD370D8-90AD-4DCE-A60E-06D9055440C2}" presName="node" presStyleLbl="node1" presStyleIdx="2" presStyleCnt="9">
        <dgm:presLayoutVars>
          <dgm:bulletEnabled val="1"/>
        </dgm:presLayoutVars>
      </dgm:prSet>
      <dgm:spPr/>
    </dgm:pt>
    <dgm:pt modelId="{F96BFFDD-7319-DB41-997D-71592C88E44F}" type="pres">
      <dgm:prSet presAssocID="{65DD126B-3660-4EF3-B6A2-90F56B0F23D7}" presName="sibTrans" presStyleLbl="sibTrans1D1" presStyleIdx="2" presStyleCnt="8"/>
      <dgm:spPr/>
    </dgm:pt>
    <dgm:pt modelId="{66186377-9863-0E4A-813B-7790F7F7B205}" type="pres">
      <dgm:prSet presAssocID="{65DD126B-3660-4EF3-B6A2-90F56B0F23D7}" presName="connectorText" presStyleLbl="sibTrans1D1" presStyleIdx="2" presStyleCnt="8"/>
      <dgm:spPr/>
    </dgm:pt>
    <dgm:pt modelId="{D4BDD511-B00A-3D47-9BAF-37967751D582}" type="pres">
      <dgm:prSet presAssocID="{2768A39C-2587-4CC1-9A83-2AAA40A6EB7F}" presName="node" presStyleLbl="node1" presStyleIdx="3" presStyleCnt="9">
        <dgm:presLayoutVars>
          <dgm:bulletEnabled val="1"/>
        </dgm:presLayoutVars>
      </dgm:prSet>
      <dgm:spPr/>
    </dgm:pt>
    <dgm:pt modelId="{19EA450E-896F-1E47-A650-CB44745502F3}" type="pres">
      <dgm:prSet presAssocID="{0E59DECE-94D2-4E01-90A7-4CCD1D2CBDA8}" presName="sibTrans" presStyleLbl="sibTrans1D1" presStyleIdx="3" presStyleCnt="8"/>
      <dgm:spPr/>
    </dgm:pt>
    <dgm:pt modelId="{0D527351-61D0-0446-9457-EF2A747D7512}" type="pres">
      <dgm:prSet presAssocID="{0E59DECE-94D2-4E01-90A7-4CCD1D2CBDA8}" presName="connectorText" presStyleLbl="sibTrans1D1" presStyleIdx="3" presStyleCnt="8"/>
      <dgm:spPr/>
    </dgm:pt>
    <dgm:pt modelId="{B6B518DA-A536-F340-BC64-7C6C60C1DADA}" type="pres">
      <dgm:prSet presAssocID="{9BF260B2-D561-47DA-B2E8-B7F4E3FCD6E1}" presName="node" presStyleLbl="node1" presStyleIdx="4" presStyleCnt="9">
        <dgm:presLayoutVars>
          <dgm:bulletEnabled val="1"/>
        </dgm:presLayoutVars>
      </dgm:prSet>
      <dgm:spPr/>
    </dgm:pt>
    <dgm:pt modelId="{8D795020-587F-574B-AEB9-4D505F8F0178}" type="pres">
      <dgm:prSet presAssocID="{AA2E3D0B-47C4-4225-8DA4-4086A6890095}" presName="sibTrans" presStyleLbl="sibTrans1D1" presStyleIdx="4" presStyleCnt="8"/>
      <dgm:spPr/>
    </dgm:pt>
    <dgm:pt modelId="{E2B20BC6-0FF1-384A-B925-00949F44C38F}" type="pres">
      <dgm:prSet presAssocID="{AA2E3D0B-47C4-4225-8DA4-4086A6890095}" presName="connectorText" presStyleLbl="sibTrans1D1" presStyleIdx="4" presStyleCnt="8"/>
      <dgm:spPr/>
    </dgm:pt>
    <dgm:pt modelId="{3147B383-148B-5F4E-AD85-C60B9BF26A1A}" type="pres">
      <dgm:prSet presAssocID="{60CF002F-9BF0-46BA-9220-BC0E83712D55}" presName="node" presStyleLbl="node1" presStyleIdx="5" presStyleCnt="9">
        <dgm:presLayoutVars>
          <dgm:bulletEnabled val="1"/>
        </dgm:presLayoutVars>
      </dgm:prSet>
      <dgm:spPr/>
    </dgm:pt>
    <dgm:pt modelId="{A03F5646-CD7F-FF4D-833E-325A8BD9FB52}" type="pres">
      <dgm:prSet presAssocID="{883A3767-AFBD-48A6-9DDF-67F4EBB1FF20}" presName="sibTrans" presStyleLbl="sibTrans1D1" presStyleIdx="5" presStyleCnt="8"/>
      <dgm:spPr/>
    </dgm:pt>
    <dgm:pt modelId="{21B9D2A1-C200-F94C-B880-D182C93A96AC}" type="pres">
      <dgm:prSet presAssocID="{883A3767-AFBD-48A6-9DDF-67F4EBB1FF20}" presName="connectorText" presStyleLbl="sibTrans1D1" presStyleIdx="5" presStyleCnt="8"/>
      <dgm:spPr/>
    </dgm:pt>
    <dgm:pt modelId="{D5DEF81C-36C2-BF40-A204-1D7B10F5F5F6}" type="pres">
      <dgm:prSet presAssocID="{4111E039-3D9F-4F77-99ED-8EF8576B9926}" presName="node" presStyleLbl="node1" presStyleIdx="6" presStyleCnt="9">
        <dgm:presLayoutVars>
          <dgm:bulletEnabled val="1"/>
        </dgm:presLayoutVars>
      </dgm:prSet>
      <dgm:spPr/>
    </dgm:pt>
    <dgm:pt modelId="{C5DBD875-6E85-AC44-8ADE-105312226186}" type="pres">
      <dgm:prSet presAssocID="{76DB09C7-5FD4-4D96-BCCE-0C09DC75BB88}" presName="sibTrans" presStyleLbl="sibTrans1D1" presStyleIdx="6" presStyleCnt="8"/>
      <dgm:spPr/>
    </dgm:pt>
    <dgm:pt modelId="{A6BBD2AC-7564-1043-9F58-1FB0D8804AAD}" type="pres">
      <dgm:prSet presAssocID="{76DB09C7-5FD4-4D96-BCCE-0C09DC75BB88}" presName="connectorText" presStyleLbl="sibTrans1D1" presStyleIdx="6" presStyleCnt="8"/>
      <dgm:spPr/>
    </dgm:pt>
    <dgm:pt modelId="{5777C10E-3882-8343-8C38-4F38CBE3F40F}" type="pres">
      <dgm:prSet presAssocID="{F1276BF6-DB9D-4C1F-B036-93A96E932699}" presName="node" presStyleLbl="node1" presStyleIdx="7" presStyleCnt="9">
        <dgm:presLayoutVars>
          <dgm:bulletEnabled val="1"/>
        </dgm:presLayoutVars>
      </dgm:prSet>
      <dgm:spPr/>
    </dgm:pt>
    <dgm:pt modelId="{4302357E-AAD2-C440-90C9-D55C8407B4CD}" type="pres">
      <dgm:prSet presAssocID="{C8B6D7CB-DF39-4BE7-965F-AC1DFB20EC65}" presName="sibTrans" presStyleLbl="sibTrans1D1" presStyleIdx="7" presStyleCnt="8"/>
      <dgm:spPr/>
    </dgm:pt>
    <dgm:pt modelId="{22C5B38F-3E63-2945-8B9B-0BB737AF502D}" type="pres">
      <dgm:prSet presAssocID="{C8B6D7CB-DF39-4BE7-965F-AC1DFB20EC65}" presName="connectorText" presStyleLbl="sibTrans1D1" presStyleIdx="7" presStyleCnt="8"/>
      <dgm:spPr/>
    </dgm:pt>
    <dgm:pt modelId="{A56B6BC5-9400-E448-A8DB-7BEC11530FC9}" type="pres">
      <dgm:prSet presAssocID="{E7EA2FA7-DCE5-4C74-BEBE-71B79C4EAF7D}" presName="node" presStyleLbl="node1" presStyleIdx="8" presStyleCnt="9">
        <dgm:presLayoutVars>
          <dgm:bulletEnabled val="1"/>
        </dgm:presLayoutVars>
      </dgm:prSet>
      <dgm:spPr/>
    </dgm:pt>
  </dgm:ptLst>
  <dgm:cxnLst>
    <dgm:cxn modelId="{35E6B108-81F0-DE40-9B4A-00EAC08296A4}" type="presOf" srcId="{9BF260B2-D561-47DA-B2E8-B7F4E3FCD6E1}" destId="{B6B518DA-A536-F340-BC64-7C6C60C1DADA}" srcOrd="0" destOrd="0" presId="urn:microsoft.com/office/officeart/2016/7/layout/RepeatingBendingProcessNew"/>
    <dgm:cxn modelId="{695BF60E-7E2E-C24E-8D05-F1D685A5C9CF}" type="presOf" srcId="{883A3767-AFBD-48A6-9DDF-67F4EBB1FF20}" destId="{21B9D2A1-C200-F94C-B880-D182C93A96AC}" srcOrd="1" destOrd="0" presId="urn:microsoft.com/office/officeart/2016/7/layout/RepeatingBendingProcessNew"/>
    <dgm:cxn modelId="{99323F10-897A-514B-8386-F13FDF3EB852}" type="presOf" srcId="{60CF002F-9BF0-46BA-9220-BC0E83712D55}" destId="{3147B383-148B-5F4E-AD85-C60B9BF26A1A}" srcOrd="0" destOrd="0" presId="urn:microsoft.com/office/officeart/2016/7/layout/RepeatingBendingProcessNew"/>
    <dgm:cxn modelId="{A8516418-E32D-4DF1-8FDA-2D30C1648465}" srcId="{C19171E3-CF15-4E3F-976E-E77AF42A3641}" destId="{E7EA2FA7-DCE5-4C74-BEBE-71B79C4EAF7D}" srcOrd="8" destOrd="0" parTransId="{03B37AA0-A843-41F1-9149-DFDB02E0632F}" sibTransId="{23B5A981-CEE4-4ADA-9961-F7F733377541}"/>
    <dgm:cxn modelId="{D0F98123-34EB-CF41-8E2C-EB5BBD7328EC}" type="presOf" srcId="{E7EA2FA7-DCE5-4C74-BEBE-71B79C4EAF7D}" destId="{A56B6BC5-9400-E448-A8DB-7BEC11530FC9}" srcOrd="0" destOrd="0" presId="urn:microsoft.com/office/officeart/2016/7/layout/RepeatingBendingProcessNew"/>
    <dgm:cxn modelId="{95EF9E23-2131-42A8-B739-6EECC68D4D16}" srcId="{C19171E3-CF15-4E3F-976E-E77AF42A3641}" destId="{9BF260B2-D561-47DA-B2E8-B7F4E3FCD6E1}" srcOrd="4" destOrd="0" parTransId="{49FBE2C4-363D-4BEB-A50B-9684710B13A5}" sibTransId="{AA2E3D0B-47C4-4225-8DA4-4086A6890095}"/>
    <dgm:cxn modelId="{01B8DC2B-4202-784A-93EF-DE008DDF0139}" type="presOf" srcId="{76DB09C7-5FD4-4D96-BCCE-0C09DC75BB88}" destId="{A6BBD2AC-7564-1043-9F58-1FB0D8804AAD}" srcOrd="1" destOrd="0" presId="urn:microsoft.com/office/officeart/2016/7/layout/RepeatingBendingProcessNew"/>
    <dgm:cxn modelId="{5EE27436-525B-D246-86BE-13DD6F9E93DC}" type="presOf" srcId="{883A3767-AFBD-48A6-9DDF-67F4EBB1FF20}" destId="{A03F5646-CD7F-FF4D-833E-325A8BD9FB52}" srcOrd="0" destOrd="0" presId="urn:microsoft.com/office/officeart/2016/7/layout/RepeatingBendingProcessNew"/>
    <dgm:cxn modelId="{2C90AD37-1DDD-4A33-B579-F98807CD2CBA}" srcId="{C19171E3-CF15-4E3F-976E-E77AF42A3641}" destId="{F1276BF6-DB9D-4C1F-B036-93A96E932699}" srcOrd="7" destOrd="0" parTransId="{56A34723-1D4C-4A72-8D65-C45993AE1218}" sibTransId="{C8B6D7CB-DF39-4BE7-965F-AC1DFB20EC65}"/>
    <dgm:cxn modelId="{63193A38-0A90-2940-907A-4E356EF6F4CB}" type="presOf" srcId="{0EF38B5F-156F-4BFE-AFE7-71A1A25E7180}" destId="{9DB81476-7E97-6546-B540-BD4C4881B59A}" srcOrd="1" destOrd="0" presId="urn:microsoft.com/office/officeart/2016/7/layout/RepeatingBendingProcessNew"/>
    <dgm:cxn modelId="{4DA8A63F-66BC-43F0-9040-E917E26D9203}" srcId="{C19171E3-CF15-4E3F-976E-E77AF42A3641}" destId="{F0700425-649B-44B8-81C7-CE0E3992C4E6}" srcOrd="1" destOrd="0" parTransId="{1128A79E-100D-4785-8048-7E8B135F7AAA}" sibTransId="{0EF38B5F-156F-4BFE-AFE7-71A1A25E7180}"/>
    <dgm:cxn modelId="{02EA674E-E710-754D-875B-C563EF776E18}" type="presOf" srcId="{0E59DECE-94D2-4E01-90A7-4CCD1D2CBDA8}" destId="{0D527351-61D0-0446-9457-EF2A747D7512}" srcOrd="1" destOrd="0" presId="urn:microsoft.com/office/officeart/2016/7/layout/RepeatingBendingProcessNew"/>
    <dgm:cxn modelId="{97590B5A-5966-A843-A766-73D1E49AF983}" type="presOf" srcId="{AA2E3D0B-47C4-4225-8DA4-4086A6890095}" destId="{8D795020-587F-574B-AEB9-4D505F8F0178}" srcOrd="0" destOrd="0" presId="urn:microsoft.com/office/officeart/2016/7/layout/RepeatingBendingProcessNew"/>
    <dgm:cxn modelId="{625F8F5C-E4A3-6E42-9439-12F7F54016D3}" type="presOf" srcId="{C19171E3-CF15-4E3F-976E-E77AF42A3641}" destId="{5DF398A9-E5A8-584C-9451-08DAA78E0C32}" srcOrd="0" destOrd="0" presId="urn:microsoft.com/office/officeart/2016/7/layout/RepeatingBendingProcessNew"/>
    <dgm:cxn modelId="{CAEC3A63-94A2-394B-9797-9C7017A19B2B}" type="presOf" srcId="{0E59DECE-94D2-4E01-90A7-4CCD1D2CBDA8}" destId="{19EA450E-896F-1E47-A650-CB44745502F3}" srcOrd="0" destOrd="0" presId="urn:microsoft.com/office/officeart/2016/7/layout/RepeatingBendingProcessNew"/>
    <dgm:cxn modelId="{83F3E16A-E64E-9D49-B4A9-FEC175D89B23}" type="presOf" srcId="{F0700425-649B-44B8-81C7-CE0E3992C4E6}" destId="{8B6A4D6D-601A-2243-B059-BD48515A6CD9}" srcOrd="0" destOrd="0" presId="urn:microsoft.com/office/officeart/2016/7/layout/RepeatingBendingProcessNew"/>
    <dgm:cxn modelId="{DD68FE6C-25E6-8D45-BAC7-12B30BC50EB7}" type="presOf" srcId="{4111E039-3D9F-4F77-99ED-8EF8576B9926}" destId="{D5DEF81C-36C2-BF40-A204-1D7B10F5F5F6}" srcOrd="0" destOrd="0" presId="urn:microsoft.com/office/officeart/2016/7/layout/RepeatingBendingProcessNew"/>
    <dgm:cxn modelId="{1201BA6F-6E02-4052-AC6D-3898A0FD36F2}" srcId="{C19171E3-CF15-4E3F-976E-E77AF42A3641}" destId="{2768A39C-2587-4CC1-9A83-2AAA40A6EB7F}" srcOrd="3" destOrd="0" parTransId="{BDF12F59-F26C-477E-93ED-FC4C59A457A1}" sibTransId="{0E59DECE-94D2-4E01-90A7-4CCD1D2CBDA8}"/>
    <dgm:cxn modelId="{20ABEA71-245F-E242-9480-D543157221AF}" type="presOf" srcId="{13B2CC29-741F-4935-A4B9-729EC06E6EAE}" destId="{CAD36D30-E1BC-1D40-A074-D853802C5FF1}" srcOrd="1" destOrd="0" presId="urn:microsoft.com/office/officeart/2016/7/layout/RepeatingBendingProcessNew"/>
    <dgm:cxn modelId="{81D5057C-CA54-B843-8EED-FC16CD9BFA5D}" type="presOf" srcId="{0EF38B5F-156F-4BFE-AFE7-71A1A25E7180}" destId="{6900F709-8D83-7D4D-B4E8-9078924A38F8}" srcOrd="0" destOrd="0" presId="urn:microsoft.com/office/officeart/2016/7/layout/RepeatingBendingProcessNew"/>
    <dgm:cxn modelId="{D55AE68E-C1E0-D54B-AFD3-9F7A7DBA263A}" type="presOf" srcId="{65DD126B-3660-4EF3-B6A2-90F56B0F23D7}" destId="{F96BFFDD-7319-DB41-997D-71592C88E44F}" srcOrd="0" destOrd="0" presId="urn:microsoft.com/office/officeart/2016/7/layout/RepeatingBendingProcessNew"/>
    <dgm:cxn modelId="{C63DFA8E-AEEF-DD4B-9B58-429343422E0B}" type="presOf" srcId="{69BB54AF-4A68-4655-936A-EAA2F0B14436}" destId="{31FE416E-8A11-4F4E-A7A8-F5B7C12E5456}" srcOrd="0" destOrd="0" presId="urn:microsoft.com/office/officeart/2016/7/layout/RepeatingBendingProcessNew"/>
    <dgm:cxn modelId="{AB39F290-2223-524F-96E3-CF1E028F86BC}" type="presOf" srcId="{F1276BF6-DB9D-4C1F-B036-93A96E932699}" destId="{5777C10E-3882-8343-8C38-4F38CBE3F40F}" srcOrd="0" destOrd="0" presId="urn:microsoft.com/office/officeart/2016/7/layout/RepeatingBendingProcessNew"/>
    <dgm:cxn modelId="{E5B54591-80BE-F346-8243-84E5347DBD0E}" type="presOf" srcId="{2768A39C-2587-4CC1-9A83-2AAA40A6EB7F}" destId="{D4BDD511-B00A-3D47-9BAF-37967751D582}" srcOrd="0" destOrd="0" presId="urn:microsoft.com/office/officeart/2016/7/layout/RepeatingBendingProcessNew"/>
    <dgm:cxn modelId="{3A55EEA0-0204-4FB6-B06F-7415621F0B28}" srcId="{C19171E3-CF15-4E3F-976E-E77AF42A3641}" destId="{2AD370D8-90AD-4DCE-A60E-06D9055440C2}" srcOrd="2" destOrd="0" parTransId="{F1895591-076E-4321-A2E3-8876A857E52E}" sibTransId="{65DD126B-3660-4EF3-B6A2-90F56B0F23D7}"/>
    <dgm:cxn modelId="{50EB57A8-1CA5-424A-BE79-37B3F00A7996}" type="presOf" srcId="{C8B6D7CB-DF39-4BE7-965F-AC1DFB20EC65}" destId="{22C5B38F-3E63-2945-8B9B-0BB737AF502D}" srcOrd="1" destOrd="0" presId="urn:microsoft.com/office/officeart/2016/7/layout/RepeatingBendingProcessNew"/>
    <dgm:cxn modelId="{7A9090A9-0738-407B-BB78-42BC594A6653}" srcId="{C19171E3-CF15-4E3F-976E-E77AF42A3641}" destId="{69BB54AF-4A68-4655-936A-EAA2F0B14436}" srcOrd="0" destOrd="0" parTransId="{C8F8E5D9-4D66-4EFB-804B-F6C1D55DF5A5}" sibTransId="{13B2CC29-741F-4935-A4B9-729EC06E6EAE}"/>
    <dgm:cxn modelId="{AC2473B0-933E-5247-9115-4F2D436E17F9}" type="presOf" srcId="{65DD126B-3660-4EF3-B6A2-90F56B0F23D7}" destId="{66186377-9863-0E4A-813B-7790F7F7B205}" srcOrd="1" destOrd="0" presId="urn:microsoft.com/office/officeart/2016/7/layout/RepeatingBendingProcessNew"/>
    <dgm:cxn modelId="{3A9244BB-FE8E-0746-8875-883CEB83F4F0}" type="presOf" srcId="{13B2CC29-741F-4935-A4B9-729EC06E6EAE}" destId="{B8446D04-8215-634C-86E0-124282B86360}" srcOrd="0" destOrd="0" presId="urn:microsoft.com/office/officeart/2016/7/layout/RepeatingBendingProcessNew"/>
    <dgm:cxn modelId="{E8B4D8BE-F66C-4B54-A006-ED9E0E180F11}" srcId="{C19171E3-CF15-4E3F-976E-E77AF42A3641}" destId="{60CF002F-9BF0-46BA-9220-BC0E83712D55}" srcOrd="5" destOrd="0" parTransId="{1D546218-6B19-40FC-9851-3749C805CA31}" sibTransId="{883A3767-AFBD-48A6-9DDF-67F4EBB1FF20}"/>
    <dgm:cxn modelId="{082433C0-C0E4-1049-BE0A-A6DDE790CCEE}" type="presOf" srcId="{2AD370D8-90AD-4DCE-A60E-06D9055440C2}" destId="{F46AE363-178B-FC4F-B2B8-BACEB86E8AC2}" srcOrd="0" destOrd="0" presId="urn:microsoft.com/office/officeart/2016/7/layout/RepeatingBendingProcessNew"/>
    <dgm:cxn modelId="{23FB3FCB-4353-E044-8EAA-E221E9E413B7}" type="presOf" srcId="{76DB09C7-5FD4-4D96-BCCE-0C09DC75BB88}" destId="{C5DBD875-6E85-AC44-8ADE-105312226186}" srcOrd="0" destOrd="0" presId="urn:microsoft.com/office/officeart/2016/7/layout/RepeatingBendingProcessNew"/>
    <dgm:cxn modelId="{C79CACD7-B9B1-054D-B1C2-FD877ABA0806}" type="presOf" srcId="{C8B6D7CB-DF39-4BE7-965F-AC1DFB20EC65}" destId="{4302357E-AAD2-C440-90C9-D55C8407B4CD}" srcOrd="0" destOrd="0" presId="urn:microsoft.com/office/officeart/2016/7/layout/RepeatingBendingProcessNew"/>
    <dgm:cxn modelId="{574522DB-F8DA-0846-9D0E-3691D542988B}" type="presOf" srcId="{AA2E3D0B-47C4-4225-8DA4-4086A6890095}" destId="{E2B20BC6-0FF1-384A-B925-00949F44C38F}" srcOrd="1" destOrd="0" presId="urn:microsoft.com/office/officeart/2016/7/layout/RepeatingBendingProcessNew"/>
    <dgm:cxn modelId="{D4786CE3-AAF7-4C90-86DD-7A3D1691A3E0}" srcId="{C19171E3-CF15-4E3F-976E-E77AF42A3641}" destId="{4111E039-3D9F-4F77-99ED-8EF8576B9926}" srcOrd="6" destOrd="0" parTransId="{38EBF47D-970B-432C-AF6E-BEA8571B5F78}" sibTransId="{76DB09C7-5FD4-4D96-BCCE-0C09DC75BB88}"/>
    <dgm:cxn modelId="{B10170FE-5BB3-2D49-A491-F19991CA4319}" type="presParOf" srcId="{5DF398A9-E5A8-584C-9451-08DAA78E0C32}" destId="{31FE416E-8A11-4F4E-A7A8-F5B7C12E5456}" srcOrd="0" destOrd="0" presId="urn:microsoft.com/office/officeart/2016/7/layout/RepeatingBendingProcessNew"/>
    <dgm:cxn modelId="{6C44A3D5-5E77-8B45-B793-15A8C3D0A6C7}" type="presParOf" srcId="{5DF398A9-E5A8-584C-9451-08DAA78E0C32}" destId="{B8446D04-8215-634C-86E0-124282B86360}" srcOrd="1" destOrd="0" presId="urn:microsoft.com/office/officeart/2016/7/layout/RepeatingBendingProcessNew"/>
    <dgm:cxn modelId="{8928FF17-1EE0-4E44-9C39-416FBE5941AC}" type="presParOf" srcId="{B8446D04-8215-634C-86E0-124282B86360}" destId="{CAD36D30-E1BC-1D40-A074-D853802C5FF1}" srcOrd="0" destOrd="0" presId="urn:microsoft.com/office/officeart/2016/7/layout/RepeatingBendingProcessNew"/>
    <dgm:cxn modelId="{DF9A849D-E0BF-BC4C-BA15-7121F3339114}" type="presParOf" srcId="{5DF398A9-E5A8-584C-9451-08DAA78E0C32}" destId="{8B6A4D6D-601A-2243-B059-BD48515A6CD9}" srcOrd="2" destOrd="0" presId="urn:microsoft.com/office/officeart/2016/7/layout/RepeatingBendingProcessNew"/>
    <dgm:cxn modelId="{8C26C240-6C2D-A64F-95F1-EB11F8DDC865}" type="presParOf" srcId="{5DF398A9-E5A8-584C-9451-08DAA78E0C32}" destId="{6900F709-8D83-7D4D-B4E8-9078924A38F8}" srcOrd="3" destOrd="0" presId="urn:microsoft.com/office/officeart/2016/7/layout/RepeatingBendingProcessNew"/>
    <dgm:cxn modelId="{89E6FD5E-F5FD-3B40-961F-CB880AF37DB2}" type="presParOf" srcId="{6900F709-8D83-7D4D-B4E8-9078924A38F8}" destId="{9DB81476-7E97-6546-B540-BD4C4881B59A}" srcOrd="0" destOrd="0" presId="urn:microsoft.com/office/officeart/2016/7/layout/RepeatingBendingProcessNew"/>
    <dgm:cxn modelId="{8AD40641-DCDF-7440-9871-C7EC2E7BD887}" type="presParOf" srcId="{5DF398A9-E5A8-584C-9451-08DAA78E0C32}" destId="{F46AE363-178B-FC4F-B2B8-BACEB86E8AC2}" srcOrd="4" destOrd="0" presId="urn:microsoft.com/office/officeart/2016/7/layout/RepeatingBendingProcessNew"/>
    <dgm:cxn modelId="{67C324EC-4FD4-5844-8BED-20B3DE80351A}" type="presParOf" srcId="{5DF398A9-E5A8-584C-9451-08DAA78E0C32}" destId="{F96BFFDD-7319-DB41-997D-71592C88E44F}" srcOrd="5" destOrd="0" presId="urn:microsoft.com/office/officeart/2016/7/layout/RepeatingBendingProcessNew"/>
    <dgm:cxn modelId="{69D8C9AF-93B4-C745-8279-C5117E41CEB9}" type="presParOf" srcId="{F96BFFDD-7319-DB41-997D-71592C88E44F}" destId="{66186377-9863-0E4A-813B-7790F7F7B205}" srcOrd="0" destOrd="0" presId="urn:microsoft.com/office/officeart/2016/7/layout/RepeatingBendingProcessNew"/>
    <dgm:cxn modelId="{0EB543CD-C51B-7E4A-B295-58EAE37F86A1}" type="presParOf" srcId="{5DF398A9-E5A8-584C-9451-08DAA78E0C32}" destId="{D4BDD511-B00A-3D47-9BAF-37967751D582}" srcOrd="6" destOrd="0" presId="urn:microsoft.com/office/officeart/2016/7/layout/RepeatingBendingProcessNew"/>
    <dgm:cxn modelId="{8F8A94E0-8DF0-AC44-AB85-DDCD407E6047}" type="presParOf" srcId="{5DF398A9-E5A8-584C-9451-08DAA78E0C32}" destId="{19EA450E-896F-1E47-A650-CB44745502F3}" srcOrd="7" destOrd="0" presId="urn:microsoft.com/office/officeart/2016/7/layout/RepeatingBendingProcessNew"/>
    <dgm:cxn modelId="{E43FEAA5-455A-FE42-A514-5FC861195949}" type="presParOf" srcId="{19EA450E-896F-1E47-A650-CB44745502F3}" destId="{0D527351-61D0-0446-9457-EF2A747D7512}" srcOrd="0" destOrd="0" presId="urn:microsoft.com/office/officeart/2016/7/layout/RepeatingBendingProcessNew"/>
    <dgm:cxn modelId="{95AE1C1A-5827-F14D-9A44-8FA5D6543E50}" type="presParOf" srcId="{5DF398A9-E5A8-584C-9451-08DAA78E0C32}" destId="{B6B518DA-A536-F340-BC64-7C6C60C1DADA}" srcOrd="8" destOrd="0" presId="urn:microsoft.com/office/officeart/2016/7/layout/RepeatingBendingProcessNew"/>
    <dgm:cxn modelId="{959F827A-8AE3-9940-A012-ABAC0F0791FA}" type="presParOf" srcId="{5DF398A9-E5A8-584C-9451-08DAA78E0C32}" destId="{8D795020-587F-574B-AEB9-4D505F8F0178}" srcOrd="9" destOrd="0" presId="urn:microsoft.com/office/officeart/2016/7/layout/RepeatingBendingProcessNew"/>
    <dgm:cxn modelId="{9A7FA1F6-DF42-A941-AF24-47312571F118}" type="presParOf" srcId="{8D795020-587F-574B-AEB9-4D505F8F0178}" destId="{E2B20BC6-0FF1-384A-B925-00949F44C38F}" srcOrd="0" destOrd="0" presId="urn:microsoft.com/office/officeart/2016/7/layout/RepeatingBendingProcessNew"/>
    <dgm:cxn modelId="{C5E7B644-D821-AA4A-9D8A-21FAFAF0DBD4}" type="presParOf" srcId="{5DF398A9-E5A8-584C-9451-08DAA78E0C32}" destId="{3147B383-148B-5F4E-AD85-C60B9BF26A1A}" srcOrd="10" destOrd="0" presId="urn:microsoft.com/office/officeart/2016/7/layout/RepeatingBendingProcessNew"/>
    <dgm:cxn modelId="{81B8A4FA-67A9-2F46-9734-16310EE12457}" type="presParOf" srcId="{5DF398A9-E5A8-584C-9451-08DAA78E0C32}" destId="{A03F5646-CD7F-FF4D-833E-325A8BD9FB52}" srcOrd="11" destOrd="0" presId="urn:microsoft.com/office/officeart/2016/7/layout/RepeatingBendingProcessNew"/>
    <dgm:cxn modelId="{D6AE3ADD-09CE-9543-A278-2267C0CD0ED1}" type="presParOf" srcId="{A03F5646-CD7F-FF4D-833E-325A8BD9FB52}" destId="{21B9D2A1-C200-F94C-B880-D182C93A96AC}" srcOrd="0" destOrd="0" presId="urn:microsoft.com/office/officeart/2016/7/layout/RepeatingBendingProcessNew"/>
    <dgm:cxn modelId="{1F895060-7383-BD4B-B1F0-C31F230B0221}" type="presParOf" srcId="{5DF398A9-E5A8-584C-9451-08DAA78E0C32}" destId="{D5DEF81C-36C2-BF40-A204-1D7B10F5F5F6}" srcOrd="12" destOrd="0" presId="urn:microsoft.com/office/officeart/2016/7/layout/RepeatingBendingProcessNew"/>
    <dgm:cxn modelId="{D5D33979-2B2B-CE4D-A374-56CE55462CBA}" type="presParOf" srcId="{5DF398A9-E5A8-584C-9451-08DAA78E0C32}" destId="{C5DBD875-6E85-AC44-8ADE-105312226186}" srcOrd="13" destOrd="0" presId="urn:microsoft.com/office/officeart/2016/7/layout/RepeatingBendingProcessNew"/>
    <dgm:cxn modelId="{933337B3-679C-694D-9EF8-B607741DD4F9}" type="presParOf" srcId="{C5DBD875-6E85-AC44-8ADE-105312226186}" destId="{A6BBD2AC-7564-1043-9F58-1FB0D8804AAD}" srcOrd="0" destOrd="0" presId="urn:microsoft.com/office/officeart/2016/7/layout/RepeatingBendingProcessNew"/>
    <dgm:cxn modelId="{CC2BA587-8DDE-794A-B6B9-23086F0C2A27}" type="presParOf" srcId="{5DF398A9-E5A8-584C-9451-08DAA78E0C32}" destId="{5777C10E-3882-8343-8C38-4F38CBE3F40F}" srcOrd="14" destOrd="0" presId="urn:microsoft.com/office/officeart/2016/7/layout/RepeatingBendingProcessNew"/>
    <dgm:cxn modelId="{4E56F119-BEE5-FD47-86AE-62CECCAC4A0C}" type="presParOf" srcId="{5DF398A9-E5A8-584C-9451-08DAA78E0C32}" destId="{4302357E-AAD2-C440-90C9-D55C8407B4CD}" srcOrd="15" destOrd="0" presId="urn:microsoft.com/office/officeart/2016/7/layout/RepeatingBendingProcessNew"/>
    <dgm:cxn modelId="{98169C4D-E731-F741-8112-1ABABBDA0737}" type="presParOf" srcId="{4302357E-AAD2-C440-90C9-D55C8407B4CD}" destId="{22C5B38F-3E63-2945-8B9B-0BB737AF502D}" srcOrd="0" destOrd="0" presId="urn:microsoft.com/office/officeart/2016/7/layout/RepeatingBendingProcessNew"/>
    <dgm:cxn modelId="{943E199C-2EBA-174E-99B6-C58D80F36D41}" type="presParOf" srcId="{5DF398A9-E5A8-584C-9451-08DAA78E0C32}" destId="{A56B6BC5-9400-E448-A8DB-7BEC11530FC9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01A92-A906-4D40-B0E7-6945F1B5049D}">
      <dsp:nvSpPr>
        <dsp:cNvPr id="0" name=""/>
        <dsp:cNvSpPr/>
      </dsp:nvSpPr>
      <dsp:spPr>
        <a:xfrm>
          <a:off x="383618" y="271654"/>
          <a:ext cx="303210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C55FE-81B4-844D-8804-429FB4518AEB}">
      <dsp:nvSpPr>
        <dsp:cNvPr id="0" name=""/>
        <dsp:cNvSpPr/>
      </dsp:nvSpPr>
      <dsp:spPr>
        <a:xfrm>
          <a:off x="705021" y="246195"/>
          <a:ext cx="34869" cy="65544"/>
        </a:xfrm>
        <a:prstGeom prst="chevron">
          <a:avLst>
            <a:gd name="adj" fmla="val 9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7DD38-4BD5-AA4B-B21E-DF492FF06DE4}">
      <dsp:nvSpPr>
        <dsp:cNvPr id="0" name=""/>
        <dsp:cNvSpPr/>
      </dsp:nvSpPr>
      <dsp:spPr>
        <a:xfrm>
          <a:off x="246396" y="172369"/>
          <a:ext cx="198640" cy="19864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8" tIns="7708" rIns="7708" bIns="77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</a:t>
          </a:r>
        </a:p>
      </dsp:txBody>
      <dsp:txXfrm>
        <a:off x="275486" y="201459"/>
        <a:ext cx="140460" cy="140460"/>
      </dsp:txXfrm>
    </dsp:sp>
    <dsp:sp modelId="{1BB5B5E8-5E55-8247-B204-E891BF7640D3}">
      <dsp:nvSpPr>
        <dsp:cNvPr id="0" name=""/>
        <dsp:cNvSpPr/>
      </dsp:nvSpPr>
      <dsp:spPr>
        <a:xfrm>
          <a:off x="4605" y="536578"/>
          <a:ext cx="68222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15" tIns="165100" rIns="538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Start from Lab 1.2 seven-segment HLS design</a:t>
          </a:r>
        </a:p>
      </dsp:txBody>
      <dsp:txXfrm>
        <a:off x="4605" y="673023"/>
        <a:ext cx="682223" cy="1829155"/>
      </dsp:txXfrm>
    </dsp:sp>
    <dsp:sp modelId="{AAB8E805-30D7-484F-97CE-4F6F90DB6103}">
      <dsp:nvSpPr>
        <dsp:cNvPr id="0" name=""/>
        <dsp:cNvSpPr/>
      </dsp:nvSpPr>
      <dsp:spPr>
        <a:xfrm>
          <a:off x="762631" y="271673"/>
          <a:ext cx="682223" cy="7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98B6D2-5475-4E4A-B5C9-CF4FD1E22E9A}">
      <dsp:nvSpPr>
        <dsp:cNvPr id="0" name=""/>
        <dsp:cNvSpPr/>
      </dsp:nvSpPr>
      <dsp:spPr>
        <a:xfrm>
          <a:off x="1463047" y="246210"/>
          <a:ext cx="34869" cy="65570"/>
        </a:xfrm>
        <a:prstGeom prst="chevron">
          <a:avLst>
            <a:gd name="adj" fmla="val 9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BA2662-ED5E-C048-8092-C2958EDA5645}">
      <dsp:nvSpPr>
        <dsp:cNvPr id="0" name=""/>
        <dsp:cNvSpPr/>
      </dsp:nvSpPr>
      <dsp:spPr>
        <a:xfrm>
          <a:off x="1004422" y="172389"/>
          <a:ext cx="198640" cy="19864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8" tIns="7708" rIns="7708" bIns="77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</a:t>
          </a:r>
        </a:p>
      </dsp:txBody>
      <dsp:txXfrm>
        <a:off x="1033512" y="201479"/>
        <a:ext cx="140460" cy="140460"/>
      </dsp:txXfrm>
    </dsp:sp>
    <dsp:sp modelId="{DB6417ED-F47B-4E4D-97E2-161046C509F4}">
      <dsp:nvSpPr>
        <dsp:cNvPr id="0" name=""/>
        <dsp:cNvSpPr/>
      </dsp:nvSpPr>
      <dsp:spPr>
        <a:xfrm>
          <a:off x="762631" y="536650"/>
          <a:ext cx="68222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15" tIns="165100" rIns="538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Modify it into an AXI4-Lite controlled HLS IP</a:t>
          </a:r>
        </a:p>
      </dsp:txBody>
      <dsp:txXfrm>
        <a:off x="762631" y="673095"/>
        <a:ext cx="682223" cy="1829155"/>
      </dsp:txXfrm>
    </dsp:sp>
    <dsp:sp modelId="{7A0C6D92-57A2-7541-8181-E9B183663EC8}">
      <dsp:nvSpPr>
        <dsp:cNvPr id="0" name=""/>
        <dsp:cNvSpPr/>
      </dsp:nvSpPr>
      <dsp:spPr>
        <a:xfrm>
          <a:off x="1520656" y="271673"/>
          <a:ext cx="682223" cy="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7F8501-C657-2B47-8253-8736DFDB83CA}">
      <dsp:nvSpPr>
        <dsp:cNvPr id="0" name=""/>
        <dsp:cNvSpPr/>
      </dsp:nvSpPr>
      <dsp:spPr>
        <a:xfrm>
          <a:off x="2221072" y="246210"/>
          <a:ext cx="34869" cy="65570"/>
        </a:xfrm>
        <a:prstGeom prst="chevron">
          <a:avLst>
            <a:gd name="adj" fmla="val 9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ED11A8-2432-8242-82B5-8AC63EF880B9}">
      <dsp:nvSpPr>
        <dsp:cNvPr id="0" name=""/>
        <dsp:cNvSpPr/>
      </dsp:nvSpPr>
      <dsp:spPr>
        <a:xfrm>
          <a:off x="1762448" y="172389"/>
          <a:ext cx="198640" cy="19864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8" tIns="7708" rIns="7708" bIns="77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</a:t>
          </a:r>
        </a:p>
      </dsp:txBody>
      <dsp:txXfrm>
        <a:off x="1791538" y="201479"/>
        <a:ext cx="140460" cy="140460"/>
      </dsp:txXfrm>
    </dsp:sp>
    <dsp:sp modelId="{1AC95AA4-E3A8-7A4E-966C-8003CE8B7D3E}">
      <dsp:nvSpPr>
        <dsp:cNvPr id="0" name=""/>
        <dsp:cNvSpPr/>
      </dsp:nvSpPr>
      <dsp:spPr>
        <a:xfrm>
          <a:off x="1520656" y="536650"/>
          <a:ext cx="68222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15" tIns="165100" rIns="538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Run C synthesis</a:t>
          </a:r>
        </a:p>
      </dsp:txBody>
      <dsp:txXfrm>
        <a:off x="1520656" y="673095"/>
        <a:ext cx="682223" cy="1829155"/>
      </dsp:txXfrm>
    </dsp:sp>
    <dsp:sp modelId="{BFF6172B-F51D-9F4C-A0F6-870B9F299C14}">
      <dsp:nvSpPr>
        <dsp:cNvPr id="0" name=""/>
        <dsp:cNvSpPr/>
      </dsp:nvSpPr>
      <dsp:spPr>
        <a:xfrm>
          <a:off x="2278682" y="271673"/>
          <a:ext cx="682223" cy="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163441-762B-734B-9D12-E4C9CDFF9B46}">
      <dsp:nvSpPr>
        <dsp:cNvPr id="0" name=""/>
        <dsp:cNvSpPr/>
      </dsp:nvSpPr>
      <dsp:spPr>
        <a:xfrm>
          <a:off x="2979098" y="246210"/>
          <a:ext cx="34869" cy="6557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AE1AA1-FBCC-C145-B8E5-D2D6DEDD3935}">
      <dsp:nvSpPr>
        <dsp:cNvPr id="0" name=""/>
        <dsp:cNvSpPr/>
      </dsp:nvSpPr>
      <dsp:spPr>
        <a:xfrm>
          <a:off x="2520473" y="172389"/>
          <a:ext cx="198640" cy="19864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8" tIns="7708" rIns="7708" bIns="77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</a:t>
          </a:r>
        </a:p>
      </dsp:txBody>
      <dsp:txXfrm>
        <a:off x="2549563" y="201479"/>
        <a:ext cx="140460" cy="140460"/>
      </dsp:txXfrm>
    </dsp:sp>
    <dsp:sp modelId="{A94EF8C5-2593-274F-B2B2-EA4FA6A2918F}">
      <dsp:nvSpPr>
        <dsp:cNvPr id="0" name=""/>
        <dsp:cNvSpPr/>
      </dsp:nvSpPr>
      <dsp:spPr>
        <a:xfrm>
          <a:off x="2278682" y="536650"/>
          <a:ext cx="68222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15" tIns="165100" rIns="538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Export as Vivado IP</a:t>
          </a:r>
        </a:p>
      </dsp:txBody>
      <dsp:txXfrm>
        <a:off x="2278682" y="673095"/>
        <a:ext cx="682223" cy="1829155"/>
      </dsp:txXfrm>
    </dsp:sp>
    <dsp:sp modelId="{B5D911DB-92C5-C24E-BC02-55588B19340B}">
      <dsp:nvSpPr>
        <dsp:cNvPr id="0" name=""/>
        <dsp:cNvSpPr/>
      </dsp:nvSpPr>
      <dsp:spPr>
        <a:xfrm>
          <a:off x="3036708" y="271673"/>
          <a:ext cx="682223" cy="7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CBEEC-BC9A-D24E-B129-ED3C701F0548}">
      <dsp:nvSpPr>
        <dsp:cNvPr id="0" name=""/>
        <dsp:cNvSpPr/>
      </dsp:nvSpPr>
      <dsp:spPr>
        <a:xfrm>
          <a:off x="3737124" y="246210"/>
          <a:ext cx="34869" cy="65570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63A1D-5F13-5C43-B423-0E24574053A6}">
      <dsp:nvSpPr>
        <dsp:cNvPr id="0" name=""/>
        <dsp:cNvSpPr/>
      </dsp:nvSpPr>
      <dsp:spPr>
        <a:xfrm>
          <a:off x="3278499" y="172389"/>
          <a:ext cx="198640" cy="19864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8" tIns="7708" rIns="7708" bIns="77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5</a:t>
          </a:r>
        </a:p>
      </dsp:txBody>
      <dsp:txXfrm>
        <a:off x="3307589" y="201479"/>
        <a:ext cx="140460" cy="140460"/>
      </dsp:txXfrm>
    </dsp:sp>
    <dsp:sp modelId="{ED90F7CD-F0A2-DC47-AE1C-A1C2BD39FA14}">
      <dsp:nvSpPr>
        <dsp:cNvPr id="0" name=""/>
        <dsp:cNvSpPr/>
      </dsp:nvSpPr>
      <dsp:spPr>
        <a:xfrm>
          <a:off x="3036708" y="536650"/>
          <a:ext cx="68222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15" tIns="165100" rIns="538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Open Vivado, create Zynq block design</a:t>
          </a:r>
        </a:p>
      </dsp:txBody>
      <dsp:txXfrm>
        <a:off x="3036708" y="673095"/>
        <a:ext cx="682223" cy="1829155"/>
      </dsp:txXfrm>
    </dsp:sp>
    <dsp:sp modelId="{69422E27-26D7-3440-8273-4E1EBC971860}">
      <dsp:nvSpPr>
        <dsp:cNvPr id="0" name=""/>
        <dsp:cNvSpPr/>
      </dsp:nvSpPr>
      <dsp:spPr>
        <a:xfrm>
          <a:off x="3794734" y="271673"/>
          <a:ext cx="682223" cy="7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F448C4-ADA1-C840-9323-7AAC78722CA1}">
      <dsp:nvSpPr>
        <dsp:cNvPr id="0" name=""/>
        <dsp:cNvSpPr/>
      </dsp:nvSpPr>
      <dsp:spPr>
        <a:xfrm>
          <a:off x="4495149" y="246210"/>
          <a:ext cx="34869" cy="65570"/>
        </a:xfrm>
        <a:prstGeom prst="chevron">
          <a:avLst>
            <a:gd name="adj" fmla="val 9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AE8B2-0932-4E42-9E56-4CB26A7DBAB1}">
      <dsp:nvSpPr>
        <dsp:cNvPr id="0" name=""/>
        <dsp:cNvSpPr/>
      </dsp:nvSpPr>
      <dsp:spPr>
        <a:xfrm>
          <a:off x="4036525" y="172389"/>
          <a:ext cx="198640" cy="19864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8" tIns="7708" rIns="7708" bIns="77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6</a:t>
          </a:r>
        </a:p>
      </dsp:txBody>
      <dsp:txXfrm>
        <a:off x="4065615" y="201479"/>
        <a:ext cx="140460" cy="140460"/>
      </dsp:txXfrm>
    </dsp:sp>
    <dsp:sp modelId="{35D291C0-0E5F-E64B-84BD-B8477A3F60F7}">
      <dsp:nvSpPr>
        <dsp:cNvPr id="0" name=""/>
        <dsp:cNvSpPr/>
      </dsp:nvSpPr>
      <dsp:spPr>
        <a:xfrm>
          <a:off x="3794734" y="536650"/>
          <a:ext cx="68222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15" tIns="165100" rIns="538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Import the exported HLS IP</a:t>
          </a:r>
        </a:p>
      </dsp:txBody>
      <dsp:txXfrm>
        <a:off x="3794734" y="673095"/>
        <a:ext cx="682223" cy="1829155"/>
      </dsp:txXfrm>
    </dsp:sp>
    <dsp:sp modelId="{EC69A6F6-51F2-B94F-819A-B0158DD5B486}">
      <dsp:nvSpPr>
        <dsp:cNvPr id="0" name=""/>
        <dsp:cNvSpPr/>
      </dsp:nvSpPr>
      <dsp:spPr>
        <a:xfrm>
          <a:off x="4552759" y="271673"/>
          <a:ext cx="682269" cy="7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2E0A7-E7BA-6D48-916A-9FD8058092A5}">
      <dsp:nvSpPr>
        <dsp:cNvPr id="0" name=""/>
        <dsp:cNvSpPr/>
      </dsp:nvSpPr>
      <dsp:spPr>
        <a:xfrm>
          <a:off x="5253223" y="246210"/>
          <a:ext cx="34871" cy="65570"/>
        </a:xfrm>
        <a:prstGeom prst="chevron">
          <a:avLst>
            <a:gd name="adj" fmla="val 9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C4216-B09E-1947-BFDA-61A089383D01}">
      <dsp:nvSpPr>
        <dsp:cNvPr id="0" name=""/>
        <dsp:cNvSpPr/>
      </dsp:nvSpPr>
      <dsp:spPr>
        <a:xfrm>
          <a:off x="4794574" y="172389"/>
          <a:ext cx="198640" cy="19864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8" tIns="7708" rIns="7708" bIns="77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7</a:t>
          </a:r>
        </a:p>
      </dsp:txBody>
      <dsp:txXfrm>
        <a:off x="4823664" y="201479"/>
        <a:ext cx="140460" cy="140460"/>
      </dsp:txXfrm>
    </dsp:sp>
    <dsp:sp modelId="{BDA0B88C-AF2F-2E44-80EF-34F4862DD1A8}">
      <dsp:nvSpPr>
        <dsp:cNvPr id="0" name=""/>
        <dsp:cNvSpPr/>
      </dsp:nvSpPr>
      <dsp:spPr>
        <a:xfrm>
          <a:off x="4552759" y="536650"/>
          <a:ext cx="68226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18" tIns="165100" rIns="5381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Connect it through AXI Interconnect</a:t>
          </a:r>
        </a:p>
      </dsp:txBody>
      <dsp:txXfrm>
        <a:off x="4552759" y="673104"/>
        <a:ext cx="682269" cy="1829146"/>
      </dsp:txXfrm>
    </dsp:sp>
    <dsp:sp modelId="{634117BD-46E8-0A44-9785-2AFCEA81C15B}">
      <dsp:nvSpPr>
        <dsp:cNvPr id="0" name=""/>
        <dsp:cNvSpPr/>
      </dsp:nvSpPr>
      <dsp:spPr>
        <a:xfrm>
          <a:off x="5310837" y="271673"/>
          <a:ext cx="682223" cy="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3BE987-499B-7E4D-B9F1-FEA2532934A4}">
      <dsp:nvSpPr>
        <dsp:cNvPr id="0" name=""/>
        <dsp:cNvSpPr/>
      </dsp:nvSpPr>
      <dsp:spPr>
        <a:xfrm>
          <a:off x="6011253" y="246210"/>
          <a:ext cx="34869" cy="65570"/>
        </a:xfrm>
        <a:prstGeom prst="chevron">
          <a:avLst>
            <a:gd name="adj" fmla="val 9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F5DCC-D257-9044-A8A6-47B7FC86E67F}">
      <dsp:nvSpPr>
        <dsp:cNvPr id="0" name=""/>
        <dsp:cNvSpPr/>
      </dsp:nvSpPr>
      <dsp:spPr>
        <a:xfrm>
          <a:off x="5552628" y="172389"/>
          <a:ext cx="198640" cy="19864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8" tIns="7708" rIns="7708" bIns="77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8</a:t>
          </a:r>
        </a:p>
      </dsp:txBody>
      <dsp:txXfrm>
        <a:off x="5581718" y="201479"/>
        <a:ext cx="140460" cy="140460"/>
      </dsp:txXfrm>
    </dsp:sp>
    <dsp:sp modelId="{FF8A80B3-6470-5F49-AF93-A448D53758C9}">
      <dsp:nvSpPr>
        <dsp:cNvPr id="0" name=""/>
        <dsp:cNvSpPr/>
      </dsp:nvSpPr>
      <dsp:spPr>
        <a:xfrm>
          <a:off x="5310837" y="536650"/>
          <a:ext cx="68222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15" tIns="165100" rIns="538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Assign address range</a:t>
          </a:r>
        </a:p>
      </dsp:txBody>
      <dsp:txXfrm>
        <a:off x="5310837" y="673095"/>
        <a:ext cx="682223" cy="1829155"/>
      </dsp:txXfrm>
    </dsp:sp>
    <dsp:sp modelId="{BB150D4D-102E-D647-969C-F0DDA8B96143}">
      <dsp:nvSpPr>
        <dsp:cNvPr id="0" name=""/>
        <dsp:cNvSpPr/>
      </dsp:nvSpPr>
      <dsp:spPr>
        <a:xfrm>
          <a:off x="6068863" y="271673"/>
          <a:ext cx="682223" cy="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12387-217B-7647-B42B-BE7BA9ABD8A3}">
      <dsp:nvSpPr>
        <dsp:cNvPr id="0" name=""/>
        <dsp:cNvSpPr/>
      </dsp:nvSpPr>
      <dsp:spPr>
        <a:xfrm>
          <a:off x="6769278" y="246210"/>
          <a:ext cx="34869" cy="6557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61BA22-7724-6248-B413-FEF9B5DA278C}">
      <dsp:nvSpPr>
        <dsp:cNvPr id="0" name=""/>
        <dsp:cNvSpPr/>
      </dsp:nvSpPr>
      <dsp:spPr>
        <a:xfrm>
          <a:off x="6310654" y="172389"/>
          <a:ext cx="198640" cy="19864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8" tIns="7708" rIns="7708" bIns="77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9</a:t>
          </a:r>
        </a:p>
      </dsp:txBody>
      <dsp:txXfrm>
        <a:off x="6339744" y="201479"/>
        <a:ext cx="140460" cy="140460"/>
      </dsp:txXfrm>
    </dsp:sp>
    <dsp:sp modelId="{F0965B57-5A3E-154D-94E1-E94FCF22F2DE}">
      <dsp:nvSpPr>
        <dsp:cNvPr id="0" name=""/>
        <dsp:cNvSpPr/>
      </dsp:nvSpPr>
      <dsp:spPr>
        <a:xfrm>
          <a:off x="6068863" y="536650"/>
          <a:ext cx="68222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15" tIns="165100" rIns="538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Validate design</a:t>
          </a:r>
        </a:p>
      </dsp:txBody>
      <dsp:txXfrm>
        <a:off x="6068863" y="673095"/>
        <a:ext cx="682223" cy="1829155"/>
      </dsp:txXfrm>
    </dsp:sp>
    <dsp:sp modelId="{D724151B-0FA4-A845-BAFA-D33DB871218E}">
      <dsp:nvSpPr>
        <dsp:cNvPr id="0" name=""/>
        <dsp:cNvSpPr/>
      </dsp:nvSpPr>
      <dsp:spPr>
        <a:xfrm>
          <a:off x="6826888" y="271673"/>
          <a:ext cx="341111" cy="7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885CD3-0602-0548-80D7-F6F741D6887B}">
      <dsp:nvSpPr>
        <dsp:cNvPr id="0" name=""/>
        <dsp:cNvSpPr/>
      </dsp:nvSpPr>
      <dsp:spPr>
        <a:xfrm>
          <a:off x="7068679" y="172389"/>
          <a:ext cx="198640" cy="19864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8" tIns="7708" rIns="7708" bIns="77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10</a:t>
          </a:r>
        </a:p>
      </dsp:txBody>
      <dsp:txXfrm>
        <a:off x="7097769" y="201479"/>
        <a:ext cx="140460" cy="140460"/>
      </dsp:txXfrm>
    </dsp:sp>
    <dsp:sp modelId="{8092C35E-79A0-6742-B432-9077D73E4371}">
      <dsp:nvSpPr>
        <dsp:cNvPr id="0" name=""/>
        <dsp:cNvSpPr/>
      </dsp:nvSpPr>
      <dsp:spPr>
        <a:xfrm>
          <a:off x="6826888" y="536650"/>
          <a:ext cx="68222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15" tIns="165100" rIns="538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Generate wrapper / bitstream / hardware export</a:t>
          </a:r>
        </a:p>
      </dsp:txBody>
      <dsp:txXfrm>
        <a:off x="6826888" y="673095"/>
        <a:ext cx="682223" cy="18291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446D04-8215-634C-86E0-124282B86360}">
      <dsp:nvSpPr>
        <dsp:cNvPr id="0" name=""/>
        <dsp:cNvSpPr/>
      </dsp:nvSpPr>
      <dsp:spPr>
        <a:xfrm>
          <a:off x="2157415" y="406061"/>
          <a:ext cx="314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195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05893" y="450055"/>
        <a:ext cx="17239" cy="3451"/>
      </dsp:txXfrm>
    </dsp:sp>
    <dsp:sp modelId="{31FE416E-8A11-4F4E-A7A8-F5B7C12E5456}">
      <dsp:nvSpPr>
        <dsp:cNvPr id="0" name=""/>
        <dsp:cNvSpPr/>
      </dsp:nvSpPr>
      <dsp:spPr>
        <a:xfrm>
          <a:off x="660102" y="2047"/>
          <a:ext cx="1499112" cy="89946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458" tIns="77107" rIns="73458" bIns="7710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Open Vitis</a:t>
          </a:r>
        </a:p>
      </dsp:txBody>
      <dsp:txXfrm>
        <a:off x="660102" y="2047"/>
        <a:ext cx="1499112" cy="899467"/>
      </dsp:txXfrm>
    </dsp:sp>
    <dsp:sp modelId="{6900F709-8D83-7D4D-B4E8-9078924A38F8}">
      <dsp:nvSpPr>
        <dsp:cNvPr id="0" name=""/>
        <dsp:cNvSpPr/>
      </dsp:nvSpPr>
      <dsp:spPr>
        <a:xfrm>
          <a:off x="4001324" y="406061"/>
          <a:ext cx="314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19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9802" y="450055"/>
        <a:ext cx="17239" cy="3451"/>
      </dsp:txXfrm>
    </dsp:sp>
    <dsp:sp modelId="{8B6A4D6D-601A-2243-B059-BD48515A6CD9}">
      <dsp:nvSpPr>
        <dsp:cNvPr id="0" name=""/>
        <dsp:cNvSpPr/>
      </dsp:nvSpPr>
      <dsp:spPr>
        <a:xfrm>
          <a:off x="2504011" y="2047"/>
          <a:ext cx="1499112" cy="89946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458" tIns="77107" rIns="73458" bIns="7710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Create or use exported hardware platform</a:t>
          </a:r>
        </a:p>
      </dsp:txBody>
      <dsp:txXfrm>
        <a:off x="2504011" y="2047"/>
        <a:ext cx="1499112" cy="899467"/>
      </dsp:txXfrm>
    </dsp:sp>
    <dsp:sp modelId="{F96BFFDD-7319-DB41-997D-71592C88E44F}">
      <dsp:nvSpPr>
        <dsp:cNvPr id="0" name=""/>
        <dsp:cNvSpPr/>
      </dsp:nvSpPr>
      <dsp:spPr>
        <a:xfrm>
          <a:off x="5845232" y="406061"/>
          <a:ext cx="314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195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93710" y="450055"/>
        <a:ext cx="17239" cy="3451"/>
      </dsp:txXfrm>
    </dsp:sp>
    <dsp:sp modelId="{F46AE363-178B-FC4F-B2B8-BACEB86E8AC2}">
      <dsp:nvSpPr>
        <dsp:cNvPr id="0" name=""/>
        <dsp:cNvSpPr/>
      </dsp:nvSpPr>
      <dsp:spPr>
        <a:xfrm>
          <a:off x="4347919" y="2047"/>
          <a:ext cx="1499112" cy="89946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458" tIns="77107" rIns="73458" bIns="7710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Write a C application</a:t>
          </a:r>
        </a:p>
      </dsp:txBody>
      <dsp:txXfrm>
        <a:off x="4347919" y="2047"/>
        <a:ext cx="1499112" cy="899467"/>
      </dsp:txXfrm>
    </dsp:sp>
    <dsp:sp modelId="{19EA450E-896F-1E47-A650-CB44745502F3}">
      <dsp:nvSpPr>
        <dsp:cNvPr id="0" name=""/>
        <dsp:cNvSpPr/>
      </dsp:nvSpPr>
      <dsp:spPr>
        <a:xfrm>
          <a:off x="1409658" y="899715"/>
          <a:ext cx="5531726" cy="314195"/>
        </a:xfrm>
        <a:custGeom>
          <a:avLst/>
          <a:gdLst/>
          <a:ahLst/>
          <a:cxnLst/>
          <a:rect l="0" t="0" r="0" b="0"/>
          <a:pathLst>
            <a:path>
              <a:moveTo>
                <a:pt x="5531726" y="0"/>
              </a:moveTo>
              <a:lnTo>
                <a:pt x="5531726" y="174197"/>
              </a:lnTo>
              <a:lnTo>
                <a:pt x="0" y="174197"/>
              </a:lnTo>
              <a:lnTo>
                <a:pt x="0" y="314195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6960" y="1055087"/>
        <a:ext cx="277123" cy="3451"/>
      </dsp:txXfrm>
    </dsp:sp>
    <dsp:sp modelId="{D4BDD511-B00A-3D47-9BAF-37967751D582}">
      <dsp:nvSpPr>
        <dsp:cNvPr id="0" name=""/>
        <dsp:cNvSpPr/>
      </dsp:nvSpPr>
      <dsp:spPr>
        <a:xfrm>
          <a:off x="6191828" y="2047"/>
          <a:ext cx="1499112" cy="89946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458" tIns="77107" rIns="73458" bIns="7710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Access the seven_segment_axi registers from software</a:t>
          </a:r>
        </a:p>
      </dsp:txBody>
      <dsp:txXfrm>
        <a:off x="6191828" y="2047"/>
        <a:ext cx="1499112" cy="899467"/>
      </dsp:txXfrm>
    </dsp:sp>
    <dsp:sp modelId="{8D795020-587F-574B-AEB9-4D505F8F0178}">
      <dsp:nvSpPr>
        <dsp:cNvPr id="0" name=""/>
        <dsp:cNvSpPr/>
      </dsp:nvSpPr>
      <dsp:spPr>
        <a:xfrm>
          <a:off x="2157415" y="1650325"/>
          <a:ext cx="314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195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05893" y="1694319"/>
        <a:ext cx="17239" cy="3451"/>
      </dsp:txXfrm>
    </dsp:sp>
    <dsp:sp modelId="{B6B518DA-A536-F340-BC64-7C6C60C1DADA}">
      <dsp:nvSpPr>
        <dsp:cNvPr id="0" name=""/>
        <dsp:cNvSpPr/>
      </dsp:nvSpPr>
      <dsp:spPr>
        <a:xfrm>
          <a:off x="660102" y="1246311"/>
          <a:ext cx="1499112" cy="89946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458" tIns="77107" rIns="73458" bIns="7710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Write digit values through AXI</a:t>
          </a:r>
        </a:p>
      </dsp:txBody>
      <dsp:txXfrm>
        <a:off x="660102" y="1246311"/>
        <a:ext cx="1499112" cy="899467"/>
      </dsp:txXfrm>
    </dsp:sp>
    <dsp:sp modelId="{A03F5646-CD7F-FF4D-833E-325A8BD9FB52}">
      <dsp:nvSpPr>
        <dsp:cNvPr id="0" name=""/>
        <dsp:cNvSpPr/>
      </dsp:nvSpPr>
      <dsp:spPr>
        <a:xfrm>
          <a:off x="4001324" y="1650325"/>
          <a:ext cx="314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195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9802" y="1694319"/>
        <a:ext cx="17239" cy="3451"/>
      </dsp:txXfrm>
    </dsp:sp>
    <dsp:sp modelId="{3147B383-148B-5F4E-AD85-C60B9BF26A1A}">
      <dsp:nvSpPr>
        <dsp:cNvPr id="0" name=""/>
        <dsp:cNvSpPr/>
      </dsp:nvSpPr>
      <dsp:spPr>
        <a:xfrm>
          <a:off x="2504011" y="1246311"/>
          <a:ext cx="1499112" cy="89946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458" tIns="77107" rIns="73458" bIns="7710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Observe the seven-segment display output</a:t>
          </a:r>
        </a:p>
      </dsp:txBody>
      <dsp:txXfrm>
        <a:off x="2504011" y="1246311"/>
        <a:ext cx="1499112" cy="899467"/>
      </dsp:txXfrm>
    </dsp:sp>
    <dsp:sp modelId="{C5DBD875-6E85-AC44-8ADE-105312226186}">
      <dsp:nvSpPr>
        <dsp:cNvPr id="0" name=""/>
        <dsp:cNvSpPr/>
      </dsp:nvSpPr>
      <dsp:spPr>
        <a:xfrm>
          <a:off x="5845232" y="1650325"/>
          <a:ext cx="314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19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93710" y="1694319"/>
        <a:ext cx="17239" cy="3451"/>
      </dsp:txXfrm>
    </dsp:sp>
    <dsp:sp modelId="{D5DEF81C-36C2-BF40-A204-1D7B10F5F5F6}">
      <dsp:nvSpPr>
        <dsp:cNvPr id="0" name=""/>
        <dsp:cNvSpPr/>
      </dsp:nvSpPr>
      <dsp:spPr>
        <a:xfrm>
          <a:off x="4347919" y="1246311"/>
          <a:ext cx="1499112" cy="89946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458" tIns="77107" rIns="73458" bIns="7710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Optionally loop through values 0–9</a:t>
          </a:r>
        </a:p>
      </dsp:txBody>
      <dsp:txXfrm>
        <a:off x="4347919" y="1246311"/>
        <a:ext cx="1499112" cy="899467"/>
      </dsp:txXfrm>
    </dsp:sp>
    <dsp:sp modelId="{4302357E-AAD2-C440-90C9-D55C8407B4CD}">
      <dsp:nvSpPr>
        <dsp:cNvPr id="0" name=""/>
        <dsp:cNvSpPr/>
      </dsp:nvSpPr>
      <dsp:spPr>
        <a:xfrm>
          <a:off x="1409658" y="2143978"/>
          <a:ext cx="5531726" cy="314195"/>
        </a:xfrm>
        <a:custGeom>
          <a:avLst/>
          <a:gdLst/>
          <a:ahLst/>
          <a:cxnLst/>
          <a:rect l="0" t="0" r="0" b="0"/>
          <a:pathLst>
            <a:path>
              <a:moveTo>
                <a:pt x="5531726" y="0"/>
              </a:moveTo>
              <a:lnTo>
                <a:pt x="5531726" y="174197"/>
              </a:lnTo>
              <a:lnTo>
                <a:pt x="0" y="174197"/>
              </a:lnTo>
              <a:lnTo>
                <a:pt x="0" y="314195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6960" y="2299351"/>
        <a:ext cx="277123" cy="3451"/>
      </dsp:txXfrm>
    </dsp:sp>
    <dsp:sp modelId="{5777C10E-3882-8343-8C38-4F38CBE3F40F}">
      <dsp:nvSpPr>
        <dsp:cNvPr id="0" name=""/>
        <dsp:cNvSpPr/>
      </dsp:nvSpPr>
      <dsp:spPr>
        <a:xfrm>
          <a:off x="6191828" y="1246311"/>
          <a:ext cx="1499112" cy="89946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458" tIns="77107" rIns="73458" bIns="7710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Main output:</a:t>
          </a:r>
        </a:p>
      </dsp:txBody>
      <dsp:txXfrm>
        <a:off x="6191828" y="1246311"/>
        <a:ext cx="1499112" cy="899467"/>
      </dsp:txXfrm>
    </dsp:sp>
    <dsp:sp modelId="{A56B6BC5-9400-E448-A8DB-7BEC11530FC9}">
      <dsp:nvSpPr>
        <dsp:cNvPr id="0" name=""/>
        <dsp:cNvSpPr/>
      </dsp:nvSpPr>
      <dsp:spPr>
        <a:xfrm>
          <a:off x="660102" y="2490574"/>
          <a:ext cx="1499112" cy="89946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458" tIns="77107" rIns="73458" bIns="7710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C program running on the ARM processor controls the HLS-generated seven-segment peripheral.</a:t>
          </a:r>
        </a:p>
      </dsp:txBody>
      <dsp:txXfrm>
        <a:off x="660102" y="2490574"/>
        <a:ext cx="1499112" cy="899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F02CA-77CB-4E54-B712-21E588799EE8}" type="datetimeFigureOut">
              <a:rPr lang="de-DE" smtClean="0"/>
              <a:t>02.08.26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F729A-0AF0-4995-B32B-9504BC68960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79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4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68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52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36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20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04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8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72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DE3DA4-1A9A-4B49-B924-215979D2EA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00" y="2727552"/>
            <a:ext cx="8935697" cy="2029108"/>
          </a:xfrm>
          <a:prstGeom prst="rect">
            <a:avLst/>
          </a:prstGeom>
        </p:spPr>
      </p:pic>
      <p:sp>
        <p:nvSpPr>
          <p:cNvPr id="8" name="Textplatzhalt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254000" y="1465788"/>
            <a:ext cx="8524557" cy="75128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600" b="1"/>
            </a:lvl1pPr>
            <a:lvl2pPr marL="355600" indent="0">
              <a:buFont typeface="Arial" panose="020B0604020202020204" pitchFamily="34" charset="0"/>
              <a:buNone/>
              <a:defRPr sz="2600" b="1"/>
            </a:lvl2pPr>
            <a:lvl3pPr marL="717550" indent="0">
              <a:buFont typeface="Arial" panose="020B0604020202020204" pitchFamily="34" charset="0"/>
              <a:buNone/>
              <a:defRPr sz="2600" b="1"/>
            </a:lvl3pPr>
            <a:lvl4pPr marL="1073150" indent="0">
              <a:buFont typeface="Arial" panose="020B0604020202020204" pitchFamily="34" charset="0"/>
              <a:buNone/>
              <a:defRPr sz="2600" b="1"/>
            </a:lvl4pPr>
            <a:lvl5pPr marL="1435100" indent="0">
              <a:buFont typeface="Arial" panose="020B0604020202020204" pitchFamily="34" charset="0"/>
              <a:buNone/>
              <a:defRPr sz="2600" b="1"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title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537A5579-09BA-4663-B67D-33B1542057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00" y="4895776"/>
            <a:ext cx="3606670" cy="126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825" noProof="0" dirty="0"/>
              <a:t>KIT – The Research University in the Helmholtz Association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6C188393-F356-4F5D-80C7-5DAA7302CA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318375" y="4826105"/>
            <a:ext cx="17272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de-DE" altLang="de-DE" sz="1600" b="1" dirty="0">
                <a:solidFill>
                  <a:schemeClr val="tx1"/>
                </a:solidFill>
              </a:rPr>
              <a:t>ces.itec.kit.edu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70E65B-29E8-4B34-8C2D-4A01E1FD96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360000"/>
            <a:ext cx="1621550" cy="7512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30C395-2F6A-4527-8B16-1851C169BFF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024" y="360000"/>
            <a:ext cx="1874976" cy="595304"/>
          </a:xfrm>
          <a:prstGeom prst="rect">
            <a:avLst/>
          </a:prstGeom>
        </p:spPr>
      </p:pic>
      <p:sp>
        <p:nvSpPr>
          <p:cNvPr id="2" name="Textplatzhalter 18">
            <a:extLst>
              <a:ext uri="{FF2B5EF4-FFF2-40B4-BE49-F238E27FC236}">
                <a16:creationId xmlns:a16="http://schemas.microsoft.com/office/drawing/2014/main" id="{6A260E99-0BCE-C497-80F5-5071FAA536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4000" y="2883528"/>
            <a:ext cx="8636000" cy="10377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55600" indent="0">
              <a:buFont typeface="Arial" panose="020B0604020202020204" pitchFamily="34" charset="0"/>
              <a:buNone/>
              <a:defRPr sz="2600" b="1"/>
            </a:lvl2pPr>
            <a:lvl3pPr marL="717550" indent="0">
              <a:buFont typeface="Arial" panose="020B0604020202020204" pitchFamily="34" charset="0"/>
              <a:buNone/>
              <a:defRPr sz="2600" b="1"/>
            </a:lvl3pPr>
            <a:lvl4pPr marL="1073150" indent="0">
              <a:buFont typeface="Arial" panose="020B0604020202020204" pitchFamily="34" charset="0"/>
              <a:buNone/>
              <a:defRPr sz="2600" b="1"/>
            </a:lvl4pPr>
            <a:lvl5pPr marL="1435100" indent="0">
              <a:buFont typeface="Arial" panose="020B0604020202020204" pitchFamily="34" charset="0"/>
              <a:buNone/>
              <a:defRPr sz="2600" b="1"/>
            </a:lvl5pPr>
          </a:lstStyle>
          <a:p>
            <a:pPr lvl="0"/>
            <a:r>
              <a:rPr lang="en-US" noProof="0" dirty="0"/>
              <a:t>Click to add Authors, Subtitle, Description, Comments, etc.</a:t>
            </a:r>
          </a:p>
        </p:txBody>
      </p:sp>
      <p:sp>
        <p:nvSpPr>
          <p:cNvPr id="3" name="Textplatzhalter 18">
            <a:extLst>
              <a:ext uri="{FF2B5EF4-FFF2-40B4-BE49-F238E27FC236}">
                <a16:creationId xmlns:a16="http://schemas.microsoft.com/office/drawing/2014/main" id="{D7360E02-3185-A131-CEFC-E55C6464B3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000" y="4049484"/>
            <a:ext cx="8636000" cy="5506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55600" indent="0">
              <a:buFont typeface="Arial" panose="020B0604020202020204" pitchFamily="34" charset="0"/>
              <a:buNone/>
              <a:defRPr sz="2600" b="1"/>
            </a:lvl2pPr>
            <a:lvl3pPr marL="717550" indent="0">
              <a:buFont typeface="Arial" panose="020B0604020202020204" pitchFamily="34" charset="0"/>
              <a:buNone/>
              <a:defRPr sz="2600" b="1"/>
            </a:lvl3pPr>
            <a:lvl4pPr marL="1073150" indent="0">
              <a:buFont typeface="Arial" panose="020B0604020202020204" pitchFamily="34" charset="0"/>
              <a:buNone/>
              <a:defRPr sz="2600" b="1"/>
            </a:lvl4pPr>
            <a:lvl5pPr marL="1435100" indent="0">
              <a:buFont typeface="Arial" panose="020B0604020202020204" pitchFamily="34" charset="0"/>
              <a:buNone/>
              <a:defRPr sz="2600" b="1"/>
            </a:lvl5pPr>
          </a:lstStyle>
          <a:p>
            <a:pPr lvl="0"/>
            <a:r>
              <a:rPr lang="en-US" noProof="0" dirty="0"/>
              <a:t>Click to add Acknowledgement, Project name, etc. (if applicable)</a:t>
            </a:r>
          </a:p>
        </p:txBody>
      </p:sp>
    </p:spTree>
    <p:extLst>
      <p:ext uri="{BB962C8B-B14F-4D97-AF65-F5344CB8AC3E}">
        <p14:creationId xmlns:p14="http://schemas.microsoft.com/office/powerpoint/2010/main" val="190524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1188000"/>
            <a:ext cx="8343900" cy="336589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sz="1600"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696EC4-B4CF-4701-AD06-A8439D6D8E12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40BE303-A4F2-4BCB-AF82-DC9DDFB7C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39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0050" y="1188000"/>
            <a:ext cx="4114800" cy="34461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188000"/>
            <a:ext cx="4114799" cy="34461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862948F-D5FC-499A-8B74-0B5A4CF727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38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0050" y="1188000"/>
            <a:ext cx="2706624" cy="34461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17545" y="1188000"/>
            <a:ext cx="2706624" cy="34461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862948F-D5FC-499A-8B74-0B5A4CF727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6035040" y="1188000"/>
            <a:ext cx="2706624" cy="344615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063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/>
          <p:cNvSpPr>
            <a:spLocks noGrp="1"/>
          </p:cNvSpPr>
          <p:nvPr>
            <p:ph type="pic" sz="quarter" idx="13" hasCustomPrompt="1"/>
          </p:nvPr>
        </p:nvSpPr>
        <p:spPr>
          <a:xfrm>
            <a:off x="4655819" y="1188720"/>
            <a:ext cx="4100831" cy="3459481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en-US" dirty="0"/>
              <a:t>Please insert a picture in the master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0050" y="1188000"/>
            <a:ext cx="4114800" cy="34461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862948F-D5FC-499A-8B74-0B5A4CF727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11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0050" y="1188000"/>
            <a:ext cx="4098132" cy="61812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 altLang="de-DE" dirty="0"/>
              <a:t>Click to add subline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0050" y="1937441"/>
            <a:ext cx="4098132" cy="270623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818" y="1188000"/>
            <a:ext cx="4098132" cy="61812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 altLang="de-DE" dirty="0"/>
              <a:t>Click to add subline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5818" y="1937441"/>
            <a:ext cx="4098132" cy="27062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E438375-C357-462F-AB62-257249F8E3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44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13" hasCustomPrompt="1"/>
          </p:nvPr>
        </p:nvSpPr>
        <p:spPr>
          <a:xfrm>
            <a:off x="4655819" y="1943101"/>
            <a:ext cx="4100831" cy="2705099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en-US" dirty="0"/>
              <a:t>Please insert a picture in the master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0050" y="1188000"/>
            <a:ext cx="4098132" cy="61812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 altLang="de-DE" dirty="0"/>
              <a:t>Click to add subline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0050" y="1937441"/>
            <a:ext cx="4098132" cy="270623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818" y="1188000"/>
            <a:ext cx="4098132" cy="61812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 altLang="de-DE" dirty="0"/>
              <a:t>Click to add subline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E438375-C357-462F-AB62-257249F8E3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4747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10E8322-A2A9-45EC-9F17-A3F73D42D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4"/>
          </p:nvPr>
        </p:nvSpPr>
        <p:spPr>
          <a:xfrm>
            <a:off x="0" y="1328420"/>
            <a:ext cx="9144000" cy="3304540"/>
          </a:xfrm>
          <a:solidFill>
            <a:srgbClr val="FF99FF"/>
          </a:solidFill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de-DE" dirty="0"/>
          </a:p>
          <a:p>
            <a:r>
              <a:rPr lang="en-US" dirty="0"/>
              <a:t>Please insert a picture in the master slide</a:t>
            </a:r>
          </a:p>
        </p:txBody>
      </p:sp>
    </p:spTree>
    <p:extLst>
      <p:ext uri="{BB962C8B-B14F-4D97-AF65-F5344CB8AC3E}">
        <p14:creationId xmlns:p14="http://schemas.microsoft.com/office/powerpoint/2010/main" val="96995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10E8322-A2A9-45EC-9F17-A3F73D42D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2" name="Rechteck 1"/>
          <p:cNvSpPr/>
          <p:nvPr userDrawn="1"/>
        </p:nvSpPr>
        <p:spPr>
          <a:xfrm>
            <a:off x="0" y="4652492"/>
            <a:ext cx="9144000" cy="18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4"/>
          </p:nvPr>
        </p:nvSpPr>
        <p:spPr>
          <a:xfrm>
            <a:off x="0" y="1328419"/>
            <a:ext cx="9144000" cy="3419793"/>
          </a:xfrm>
          <a:solidFill>
            <a:srgbClr val="FF99FF"/>
          </a:solidFill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de-DE" dirty="0"/>
          </a:p>
          <a:p>
            <a:r>
              <a:rPr lang="en-US" dirty="0"/>
              <a:t>Please insert a picture in the master slide</a:t>
            </a:r>
          </a:p>
        </p:txBody>
      </p:sp>
    </p:spTree>
    <p:extLst>
      <p:ext uri="{BB962C8B-B14F-4D97-AF65-F5344CB8AC3E}">
        <p14:creationId xmlns:p14="http://schemas.microsoft.com/office/powerpoint/2010/main" val="3671066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10E8322-A2A9-45EC-9F17-A3F73D42D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164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0272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61640" y="1188000"/>
            <a:ext cx="4882310" cy="3209146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 marL="1076612" indent="0">
              <a:buNone/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00051" y="1188001"/>
            <a:ext cx="3178969" cy="3209146"/>
          </a:xfrm>
        </p:spPr>
        <p:txBody>
          <a:bodyPr/>
          <a:lstStyle>
            <a:lvl1pPr marL="0" indent="0">
              <a:buNone/>
              <a:defRPr sz="1200"/>
            </a:lvl1pPr>
            <a:lvl2pPr marL="342991" indent="0">
              <a:buNone/>
              <a:defRPr sz="1050"/>
            </a:lvl2pPr>
            <a:lvl3pPr marL="685983" indent="0">
              <a:buNone/>
              <a:defRPr sz="900"/>
            </a:lvl3pPr>
            <a:lvl4pPr marL="1028974" indent="0">
              <a:buNone/>
              <a:defRPr sz="750"/>
            </a:lvl4pPr>
            <a:lvl5pPr marL="1371966" indent="0">
              <a:buNone/>
              <a:defRPr sz="750"/>
            </a:lvl5pPr>
            <a:lvl6pPr marL="1714957" indent="0">
              <a:buNone/>
              <a:defRPr sz="750"/>
            </a:lvl6pPr>
            <a:lvl7pPr marL="2057949" indent="0">
              <a:buNone/>
              <a:defRPr sz="750"/>
            </a:lvl7pPr>
            <a:lvl8pPr marL="2400940" indent="0">
              <a:buNone/>
              <a:defRPr sz="750"/>
            </a:lvl8pPr>
            <a:lvl9pPr marL="2743932" indent="0">
              <a:buNone/>
              <a:defRPr sz="750"/>
            </a:lvl9pPr>
          </a:lstStyle>
          <a:p>
            <a:pPr lvl="0"/>
            <a:r>
              <a:rPr lang="en-US" altLang="de-DE" dirty="0"/>
              <a:t>Click to add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F47D9EC-E3C8-4173-84B3-DB5A91069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20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43915" y="468662"/>
            <a:ext cx="5471285" cy="3112861"/>
          </a:xfrm>
        </p:spPr>
        <p:txBody>
          <a:bodyPr anchor="t"/>
          <a:lstStyle>
            <a:lvl1pPr marL="0" indent="0">
              <a:buNone/>
              <a:defRPr sz="2401"/>
            </a:lvl1pPr>
            <a:lvl2pPr marL="342991" indent="0">
              <a:buNone/>
              <a:defRPr sz="2101"/>
            </a:lvl2pPr>
            <a:lvl3pPr marL="685983" indent="0">
              <a:buNone/>
              <a:defRPr sz="1800"/>
            </a:lvl3pPr>
            <a:lvl4pPr marL="1028974" indent="0">
              <a:buNone/>
              <a:defRPr sz="1500"/>
            </a:lvl4pPr>
            <a:lvl5pPr marL="1371966" indent="0">
              <a:buNone/>
              <a:defRPr sz="1500"/>
            </a:lvl5pPr>
            <a:lvl6pPr marL="1714957" indent="0">
              <a:buNone/>
              <a:defRPr sz="1500"/>
            </a:lvl6pPr>
            <a:lvl7pPr marL="2057949" indent="0">
              <a:buNone/>
              <a:defRPr sz="1500"/>
            </a:lvl7pPr>
            <a:lvl8pPr marL="2400940" indent="0">
              <a:buNone/>
              <a:defRPr sz="1500"/>
            </a:lvl8pPr>
            <a:lvl9pPr marL="2743932" indent="0">
              <a:buNone/>
              <a:defRPr sz="1500"/>
            </a:lvl9pPr>
          </a:lstStyle>
          <a:p>
            <a:r>
              <a:rPr lang="de-DE" dirty="0"/>
              <a:t>Bild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74D6481-F98B-45EE-B6D0-BF8C42A11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3914" y="3628492"/>
            <a:ext cx="5468677" cy="42521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119134-5DDA-43C1-B0D4-2BD9056B0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46522" y="4099062"/>
            <a:ext cx="5468677" cy="577364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91" indent="0">
              <a:buNone/>
              <a:defRPr sz="1050"/>
            </a:lvl2pPr>
            <a:lvl3pPr marL="685983" indent="0">
              <a:buNone/>
              <a:defRPr sz="900"/>
            </a:lvl3pPr>
            <a:lvl4pPr marL="1028974" indent="0">
              <a:buNone/>
              <a:defRPr sz="750"/>
            </a:lvl4pPr>
            <a:lvl5pPr marL="1371966" indent="0">
              <a:buNone/>
              <a:defRPr sz="750"/>
            </a:lvl5pPr>
            <a:lvl6pPr marL="1714957" indent="0">
              <a:buNone/>
              <a:defRPr sz="750"/>
            </a:lvl6pPr>
            <a:lvl7pPr marL="2057949" indent="0">
              <a:buNone/>
              <a:defRPr sz="750"/>
            </a:lvl7pPr>
            <a:lvl8pPr marL="2400940" indent="0">
              <a:buNone/>
              <a:defRPr sz="750"/>
            </a:lvl8pPr>
            <a:lvl9pPr marL="2743932" indent="0">
              <a:buNone/>
              <a:defRPr sz="750"/>
            </a:lvl9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</p:txBody>
      </p:sp>
    </p:spTree>
    <p:extLst>
      <p:ext uri="{BB962C8B-B14F-4D97-AF65-F5344CB8AC3E}">
        <p14:creationId xmlns:p14="http://schemas.microsoft.com/office/powerpoint/2010/main" val="143674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00050" y="1068308"/>
            <a:ext cx="8343900" cy="351266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0AF9471-6F4B-417A-9B82-1D3AC42AE9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66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770387" y="273928"/>
            <a:ext cx="1971675" cy="4360224"/>
          </a:xfrm>
          <a:prstGeom prst="rect">
            <a:avLst/>
          </a:prstGeom>
        </p:spPr>
        <p:txBody>
          <a:bodyPr vert="eaVert"/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01940" y="273928"/>
            <a:ext cx="6225572" cy="436022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2369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62DFE-5A86-6B57-77BC-E4A0D0ED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4BFCA-6942-6D0E-5FD9-FD54AFAC7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4AC86-C379-EAB1-D96C-900A4EA6D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CF41E-9ABA-12D6-BD56-9D8C01C2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99BE9-03EC-F0D3-7532-7F4449FD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266D-1553-1D42-A4A7-21630171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7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000" y="1187341"/>
            <a:ext cx="8351999" cy="33936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altLang="de-DE" dirty="0"/>
              <a:t>Karlsruher Institute </a:t>
            </a:r>
            <a:r>
              <a:rPr lang="de-DE" altLang="de-DE" dirty="0" err="1"/>
              <a:t>for</a:t>
            </a:r>
            <a:r>
              <a:rPr lang="de-DE" altLang="de-DE" dirty="0"/>
              <a:t> Technology (KIT).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           </a:t>
            </a:r>
          </a:p>
        </p:txBody>
      </p:sp>
      <p:cxnSp>
        <p:nvCxnSpPr>
          <p:cNvPr id="12" name="Gerade Verbindung 11"/>
          <p:cNvCxnSpPr/>
          <p:nvPr userDrawn="1"/>
        </p:nvCxnSpPr>
        <p:spPr>
          <a:xfrm>
            <a:off x="107947" y="4741374"/>
            <a:ext cx="864005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49C6492B-9F9B-4588-8AB6-62DBF42A6EA9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000" y="331200"/>
            <a:ext cx="1079999" cy="500374"/>
          </a:xfrm>
          <a:prstGeom prst="rect">
            <a:avLst/>
          </a:prstGeom>
        </p:spPr>
      </p:pic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chemeClr val="tx1"/>
                </a:solidFill>
              </a:defRPr>
            </a:lvl1pPr>
          </a:lstStyle>
          <a:p>
            <a:fld id="{61696EC4-B4CF-4701-AD06-A8439D6D8E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4D87B36-D57F-487F-9086-156B2F77E750}"/>
              </a:ext>
            </a:extLst>
          </p:cNvPr>
          <p:cNvSpPr txBox="1">
            <a:spLocks/>
          </p:cNvSpPr>
          <p:nvPr userDrawn="1"/>
        </p:nvSpPr>
        <p:spPr>
          <a:xfrm>
            <a:off x="1700330" y="4748824"/>
            <a:ext cx="3681295" cy="39626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defRPr/>
            </a:pPr>
            <a:r>
              <a:rPr lang="en-US" sz="900" dirty="0"/>
              <a:t>Speaker (e.g. J. Henkel) @ Conference, Place, Date</a:t>
            </a:r>
            <a:endParaRPr lang="de-DE" sz="900" b="1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AE6A56DB-B5EE-4225-952A-4A1FEE4F4716}"/>
              </a:ext>
            </a:extLst>
          </p:cNvPr>
          <p:cNvSpPr txBox="1">
            <a:spLocks/>
          </p:cNvSpPr>
          <p:nvPr userDrawn="1"/>
        </p:nvSpPr>
        <p:spPr>
          <a:xfrm>
            <a:off x="4427973" y="4741374"/>
            <a:ext cx="3464002" cy="39626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noProof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ces.itec.kit.edu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0E066C-2E1A-4557-8C6F-F307995973B5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144" y="4813887"/>
            <a:ext cx="771855" cy="24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4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7" r:id="rId3"/>
    <p:sldLayoutId id="2147483690" r:id="rId4"/>
    <p:sldLayoutId id="2147483687" r:id="rId5"/>
    <p:sldLayoutId id="2147483678" r:id="rId6"/>
    <p:sldLayoutId id="2147483686" r:id="rId7"/>
    <p:sldLayoutId id="2147483688" r:id="rId8"/>
    <p:sldLayoutId id="2147483689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91" r:id="rId16"/>
  </p:sldLayoutIdLst>
  <p:hf hdr="0" ftr="0" dt="0"/>
  <p:txStyles>
    <p:titleStyle>
      <a:lvl1pPr algn="l" defTabSz="685983" rtl="0" eaLnBrk="1" latinLnBrk="0" hangingPunct="1">
        <a:lnSpc>
          <a:spcPct val="90000"/>
        </a:lnSpc>
        <a:spcBef>
          <a:spcPct val="0"/>
        </a:spcBef>
        <a:buNone/>
        <a:defRPr lang="en-US" sz="2400" b="1" kern="1200" dirty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03652" indent="-203652" algn="l" defTabSz="685983" rtl="0" eaLnBrk="1" latinLnBrk="0" hangingPunct="1">
        <a:lnSpc>
          <a:spcPct val="100000"/>
        </a:lnSpc>
        <a:spcBef>
          <a:spcPts val="360"/>
        </a:spcBef>
        <a:buSzPct val="88000"/>
        <a:buFontTx/>
        <a:buBlip>
          <a:blip r:embed="rId20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70423" indent="-203652" algn="l" defTabSz="685983" rtl="0" eaLnBrk="1" latinLnBrk="0" hangingPunct="1">
        <a:lnSpc>
          <a:spcPct val="90000"/>
        </a:lnSpc>
        <a:spcBef>
          <a:spcPts val="360"/>
        </a:spcBef>
        <a:buSzPct val="88000"/>
        <a:buFontTx/>
        <a:buBlip>
          <a:blip r:embed="rId20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7194" indent="-198888" algn="l" defTabSz="674073" rtl="0" eaLnBrk="1" latinLnBrk="0" hangingPunct="1">
        <a:lnSpc>
          <a:spcPct val="90000"/>
        </a:lnSpc>
        <a:spcBef>
          <a:spcPts val="360"/>
        </a:spcBef>
        <a:buSzPct val="88000"/>
        <a:buFontTx/>
        <a:buBlip>
          <a:blip r:embed="rId20"/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729" indent="-203652" algn="l" defTabSz="685983" rtl="0" eaLnBrk="1" latinLnBrk="0" hangingPunct="1">
        <a:lnSpc>
          <a:spcPct val="90000"/>
        </a:lnSpc>
        <a:spcBef>
          <a:spcPts val="360"/>
        </a:spcBef>
        <a:buSzPct val="88000"/>
        <a:buFontTx/>
        <a:buBlip>
          <a:blip r:embed="rId20"/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75500" indent="-198888" algn="l" defTabSz="685983" rtl="0" eaLnBrk="1" latinLnBrk="0" hangingPunct="1">
        <a:lnSpc>
          <a:spcPct val="90000"/>
        </a:lnSpc>
        <a:spcBef>
          <a:spcPts val="360"/>
        </a:spcBef>
        <a:buSzPct val="88000"/>
        <a:buFontTx/>
        <a:buBlip>
          <a:blip r:embed="rId20"/>
        </a:buBlip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6859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6859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6859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6859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00" userDrawn="1">
          <p15:clr>
            <a:srgbClr val="F26B43"/>
          </p15:clr>
        </p15:guide>
        <p15:guide id="3" orient="horz" pos="464" userDrawn="1">
          <p15:clr>
            <a:srgbClr val="F26B43"/>
          </p15:clr>
        </p15:guide>
        <p15:guide id="4" pos="4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3000" b="1" dirty="0">
                <a:solidFill>
                  <a:srgbClr val="1A1A1A"/>
                </a:solidFill>
                <a:latin typeface="Arial"/>
              </a:rPr>
              <a:t>Lab 2: A calculator in HLS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From an HLS function to an AXI4-Lite IP driven by software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FFFFFF"/>
                </a:solidFill>
              </a:rPr>
              <a:t>Customized Embedded Processors Lab · Chair of Embedded Systems (CES)</a:t>
            </a:r>
          </a:p>
          <a:p>
            <a:r>
              <a:rPr lang="en-US" sz="1200" dirty="0">
                <a:solidFill>
                  <a:srgbClr val="FFFFFF"/>
                </a:solidFill>
              </a:rPr>
              <a:t>Vitis HLS · </a:t>
            </a:r>
            <a:r>
              <a:rPr lang="en-US" sz="1200" dirty="0" err="1">
                <a:solidFill>
                  <a:srgbClr val="FFFFFF"/>
                </a:solidFill>
              </a:rPr>
              <a:t>Vivado</a:t>
            </a:r>
            <a:r>
              <a:rPr lang="en-US" sz="1200" dirty="0">
                <a:solidFill>
                  <a:srgbClr val="FFFFFF"/>
                </a:solidFill>
              </a:rPr>
              <a:t> · Vitis 2022.2 · Blackboard Zynq-7000 (xc7z007sclg400-1)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Lab 2 goal</a:t>
            </a:r>
          </a:p>
        </p:txBody>
      </p:sp>
      <p:pic>
        <p:nvPicPr>
          <p:cNvPr id="3" name="Picture 2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55" y="932688"/>
            <a:ext cx="3375530" cy="2880360"/>
          </a:xfrm>
          <a:prstGeom prst="rect">
            <a:avLst/>
          </a:prstGeom>
          <a:ln w="9525">
            <a:solidFill>
              <a:srgbClr val="CFCFCF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365760" y="38862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0" i="1">
                <a:solidFill>
                  <a:srgbClr val="595959"/>
                </a:solidFill>
                <a:latin typeface="Arial"/>
              </a:rPr>
              <a:t>System view: ARM core → AXI → seven-segment controller →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932688"/>
            <a:ext cx="4297680" cy="3291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500">
                <a:solidFill>
                  <a:srgbClr val="1A1A1A"/>
                </a:solidFill>
                <a:latin typeface="Arial"/>
              </a:rPr>
              <a:t>You type two numbers and an operation into a terminal.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500">
                <a:solidFill>
                  <a:srgbClr val="1A1A1A"/>
                </a:solidFill>
                <a:latin typeface="Arial"/>
              </a:rPr>
              <a:t>The ARM processor sends them to your HLS block over AXI4-Lite.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500">
                <a:solidFill>
                  <a:srgbClr val="1A1A1A"/>
                </a:solidFill>
                <a:latin typeface="Arial"/>
              </a:rPr>
              <a:t>The block computes the result and shows it on the seven-segment display.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500">
                <a:solidFill>
                  <a:srgbClr val="1A1A1A"/>
                </a:solidFill>
                <a:latin typeface="Arial"/>
              </a:rPr>
              <a:t>Still no Verilog: the arithmetic and the display logic are both C++.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DFDA2-9ABC-4005-43E3-BFAF5C21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2</a:t>
            </a:fld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4874-44A3-1E4C-AFAF-BF5A8861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32289"/>
            <a:ext cx="7934706" cy="891540"/>
          </a:xfrm>
        </p:spPr>
        <p:txBody>
          <a:bodyPr>
            <a:normAutofit fontScale="90000"/>
          </a:bodyPr>
          <a:lstStyle/>
          <a:p>
            <a:r>
              <a:rPr lang="en-US" sz="3000" dirty="0">
                <a:solidFill>
                  <a:schemeClr val="tx2"/>
                </a:solidFill>
              </a:rPr>
              <a:t>Lab 2.1:</a:t>
            </a: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HLS IP creation + </a:t>
            </a:r>
            <a:r>
              <a:rPr lang="en-US" sz="3000" dirty="0" err="1">
                <a:solidFill>
                  <a:schemeClr val="tx2"/>
                </a:solidFill>
              </a:rPr>
              <a:t>Vivado</a:t>
            </a:r>
            <a:r>
              <a:rPr lang="en-US" sz="3000" dirty="0">
                <a:solidFill>
                  <a:schemeClr val="tx2"/>
                </a:solidFill>
              </a:rPr>
              <a:t> block design integration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BD6113-D39C-1918-9E31-8AC3C04338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76097" y="1423829"/>
          <a:ext cx="7589520" cy="2674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12B7819-FBA2-A41E-F03C-8473EE95C169}"/>
              </a:ext>
            </a:extLst>
          </p:cNvPr>
          <p:cNvSpPr txBox="1"/>
          <p:nvPr/>
        </p:nvSpPr>
        <p:spPr>
          <a:xfrm>
            <a:off x="1017548" y="3901148"/>
            <a:ext cx="6800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Main output:</a:t>
            </a:r>
          </a:p>
          <a:p>
            <a:r>
              <a:rPr lang="en-US" sz="1350" dirty="0"/>
              <a:t>A Zynq system where the </a:t>
            </a:r>
            <a:r>
              <a:rPr lang="en-US" sz="1350" dirty="0" err="1"/>
              <a:t>seven_segment_axi</a:t>
            </a:r>
            <a:r>
              <a:rPr lang="en-US" sz="1350" dirty="0"/>
              <a:t> IP is connected to the Processing System through AXI.</a:t>
            </a:r>
          </a:p>
          <a:p>
            <a:endParaRPr lang="en-US" sz="13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201A23-E0B8-B2B5-2353-13A5E8055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266D-1553-1D42-A4A7-21630171A5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15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A76A56-9B05-FF32-4546-CB1D59A36D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15" y="801"/>
            <a:ext cx="9143985" cy="51434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440C56-7888-0E2B-E5D0-0918BFA7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Lab 2.2:</a:t>
            </a:r>
            <a:br>
              <a:rPr lang="en-US"/>
            </a:br>
            <a:r>
              <a:rPr lang="en-US"/>
              <a:t>C driver / software-side control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650E1B-7A57-F3BF-6563-022F041DD36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96479" y="1187848"/>
          <a:ext cx="8351044" cy="3392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41B23D5-3C6A-6548-0234-D07C9C61BD27}"/>
              </a:ext>
            </a:extLst>
          </p:cNvPr>
          <p:cNvSpPr txBox="1"/>
          <p:nvPr/>
        </p:nvSpPr>
        <p:spPr>
          <a:xfrm>
            <a:off x="3886201" y="3927816"/>
            <a:ext cx="43025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/>
              <a:t>Main output:</a:t>
            </a:r>
          </a:p>
          <a:p>
            <a:r>
              <a:rPr lang="en-US" sz="1350"/>
              <a:t>A C program running on the ARM processor controls the HLS-generated seven-segment peripheral.</a:t>
            </a:r>
          </a:p>
          <a:p>
            <a:endParaRPr lang="en-US" sz="135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8F0779-0667-E783-E370-C4119C1F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266D-1553-1D42-A4A7-21630171A5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9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HLS: new source files for Lab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" y="914400"/>
            <a:ext cx="8339327" cy="20116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6000" y="1144073"/>
            <a:ext cx="7381215" cy="8982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200" dirty="0">
                <a:solidFill>
                  <a:srgbClr val="009682"/>
                </a:solidFill>
                <a:latin typeface="Arial"/>
              </a:rPr>
              <a:t>▪ 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New HLS project, then </a:t>
            </a:r>
            <a:r>
              <a:rPr sz="1200" b="1" i="0" dirty="0">
                <a:solidFill>
                  <a:srgbClr val="000000"/>
                </a:solidFill>
                <a:latin typeface="Arial"/>
              </a:rPr>
              <a:t>create new files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— do not add the Lab 1 files as linked resources.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200" dirty="0">
                <a:solidFill>
                  <a:srgbClr val="009682"/>
                </a:solidFill>
                <a:latin typeface="Arial"/>
              </a:rPr>
              <a:t>▪ 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seven_segment_axi.cpp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and 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seven_segment_axi.h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; copy the Lab 1 decoder body into them.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200" dirty="0">
                <a:solidFill>
                  <a:srgbClr val="009682"/>
                </a:solidFill>
                <a:latin typeface="Arial"/>
              </a:rPr>
              <a:t>▪ 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Lab 1 stays untouched and still works; Lab 2 evolves independently.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200" dirty="0">
                <a:solidFill>
                  <a:srgbClr val="009682"/>
                </a:solidFill>
                <a:latin typeface="Arial"/>
              </a:rPr>
              <a:t>▪ 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A testbench is optional here — C simulation may be skipped and you go straight to C synthesis.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252A4-EA39-CB31-212F-0001CF52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5</a:t>
            </a:fld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What actually changes from Lab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84427"/>
              </p:ext>
            </p:extLst>
          </p:nvPr>
        </p:nvGraphicFramePr>
        <p:xfrm>
          <a:off x="365760" y="932688"/>
          <a:ext cx="8412480" cy="35467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Lab 1</a:t>
                      </a:r>
                    </a:p>
                  </a:txBody>
                  <a:tcPr marL="54864" marR="54864" marT="27432" marB="27432" anchor="ctr"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Lab 2</a:t>
                      </a:r>
                    </a:p>
                  </a:txBody>
                  <a:tcPr marL="54864" marR="54864" marT="27432" marB="27432" anchor="ctr">
                    <a:solidFill>
                      <a:srgbClr val="0096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onsolas"/>
                        </a:rPr>
                        <a:t>one input: value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onsolas"/>
                        </a:rPr>
                        <a:t>three inputs: op1, op2, op_sel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onsolas"/>
                        </a:rPr>
                        <a:t>#pragma ... ap_none port=value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  <a:latin typeface="Consolas"/>
                        </a:rPr>
                        <a:t>#pragma ... </a:t>
                      </a:r>
                      <a:r>
                        <a:rPr sz="1100" dirty="0" err="1">
                          <a:solidFill>
                            <a:srgbClr val="1A1A1A"/>
                          </a:solidFill>
                          <a:latin typeface="Consolas"/>
                        </a:rPr>
                        <a:t>s_axilite</a:t>
                      </a:r>
                      <a:r>
                        <a:rPr sz="1100" dirty="0">
                          <a:solidFill>
                            <a:srgbClr val="1A1A1A"/>
                          </a:solidFill>
                          <a:latin typeface="Consolas"/>
                        </a:rPr>
                        <a:t> port=op1</a:t>
                      </a:r>
                    </a:p>
                    <a:p>
                      <a:r>
                        <a:rPr sz="1100" dirty="0">
                          <a:solidFill>
                            <a:srgbClr val="1A1A1A"/>
                          </a:solidFill>
                          <a:latin typeface="Consolas"/>
                        </a:rPr>
                        <a:t>#pragma ... </a:t>
                      </a:r>
                      <a:r>
                        <a:rPr sz="1100" dirty="0" err="1">
                          <a:solidFill>
                            <a:srgbClr val="1A1A1A"/>
                          </a:solidFill>
                          <a:latin typeface="Consolas"/>
                        </a:rPr>
                        <a:t>s_axilite</a:t>
                      </a:r>
                      <a:r>
                        <a:rPr sz="1100" dirty="0">
                          <a:solidFill>
                            <a:srgbClr val="1A1A1A"/>
                          </a:solidFill>
                          <a:latin typeface="Consolas"/>
                        </a:rPr>
                        <a:t> port=op2</a:t>
                      </a:r>
                    </a:p>
                    <a:p>
                      <a:r>
                        <a:rPr sz="1100" dirty="0">
                          <a:solidFill>
                            <a:srgbClr val="1A1A1A"/>
                          </a:solidFill>
                          <a:latin typeface="Consolas"/>
                        </a:rPr>
                        <a:t>#pragma ... </a:t>
                      </a:r>
                      <a:r>
                        <a:rPr sz="1100" dirty="0" err="1">
                          <a:solidFill>
                            <a:srgbClr val="1A1A1A"/>
                          </a:solidFill>
                          <a:latin typeface="Consolas"/>
                        </a:rPr>
                        <a:t>s_axilite</a:t>
                      </a:r>
                      <a:r>
                        <a:rPr sz="1100" dirty="0">
                          <a:solidFill>
                            <a:srgbClr val="1A1A1A"/>
                          </a:solidFill>
                          <a:latin typeface="Consolas"/>
                        </a:rPr>
                        <a:t> port=</a:t>
                      </a:r>
                      <a:r>
                        <a:rPr sz="1100" dirty="0" err="1">
                          <a:solidFill>
                            <a:srgbClr val="1A1A1A"/>
                          </a:solidFill>
                          <a:latin typeface="Consolas"/>
                        </a:rPr>
                        <a:t>op_sel</a:t>
                      </a:r>
                      <a:endParaRPr sz="1100" dirty="0">
                        <a:solidFill>
                          <a:srgbClr val="1A1A1A"/>
                        </a:solidFill>
                        <a:latin typeface="Consolas"/>
                      </a:endParaRPr>
                    </a:p>
                    <a:p>
                      <a:r>
                        <a:rPr sz="1150" dirty="0">
                          <a:solidFill>
                            <a:srgbClr val="1A1A1A"/>
                          </a:solidFill>
                          <a:latin typeface="Arial"/>
                        </a:rPr>
                        <a:t>+ </a:t>
                      </a:r>
                      <a:r>
                        <a:rPr lang="en-US" sz="1200" dirty="0"/>
                        <a:t>arithmetic (switch statement, magnitude/sign handling) and two extra display-selection branches for the minus sign and error dash</a:t>
                      </a:r>
                      <a:endParaRPr sz="115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segment table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6B5C"/>
                          </a:solidFill>
                          <a:latin typeface="Consolas"/>
                        </a:rPr>
                        <a:t>IDENTICAL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active-low conversion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6B5C"/>
                          </a:solidFill>
                          <a:latin typeface="Consolas"/>
                        </a:rPr>
                        <a:t>IDENTICAL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tick / pos scan registers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6B5C"/>
                          </a:solidFill>
                          <a:latin typeface="Consolas"/>
                        </a:rPr>
                        <a:t>IDENTICAL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onsolas"/>
                        </a:rPr>
                        <a:t>*an = ~(1 &lt;&lt; pos)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6B5C"/>
                          </a:solidFill>
                          <a:latin typeface="Consolas"/>
                        </a:rPr>
                        <a:t>IDENTICAL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onsolas"/>
                        </a:rPr>
                        <a:t>#pragma HLS PIPELINE II=1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6B5C"/>
                          </a:solidFill>
                          <a:latin typeface="Consolas"/>
                        </a:rPr>
                        <a:t>IDENTICAL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65760" y="3767328"/>
            <a:ext cx="8412480" cy="658368"/>
          </a:xfrm>
          <a:prstGeom prst="roundRect">
            <a:avLst>
              <a:gd name="adj" fmla="val 6000"/>
            </a:avLst>
          </a:prstGeom>
          <a:solidFill>
            <a:srgbClr val="E8F5F3"/>
          </a:solidFill>
          <a:ln w="9525">
            <a:solidFill>
              <a:srgbClr val="B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 dirty="0">
                <a:solidFill>
                  <a:srgbClr val="006B5C"/>
                </a:solidFill>
                <a:latin typeface="Arial"/>
              </a:rPr>
              <a:t>Note:  </a:t>
            </a:r>
            <a:r>
              <a:rPr sz="1250" dirty="0">
                <a:solidFill>
                  <a:srgbClr val="1A1A1A"/>
                </a:solidFill>
                <a:latin typeface="Arial"/>
              </a:rPr>
              <a:t>This is the point of the lab. If your Lab 1 works, Lab 2 is three pragmas plus the arithmetic. The display half is not rewritten — it is reused.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5CD66-E88A-CE3B-6F71-D9E2F9B1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6</a:t>
            </a:fld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The new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32688"/>
            <a:ext cx="8412480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 w="9525">
            <a:solidFill>
              <a:srgbClr val="DD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73152" rIns="128016" bIns="73152" rtlCol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void seven_segment_axi(ap_uint&lt;7&gt; op1, ap_uint&lt;7&gt; op2, ap_uint&lt;2&gt; op_sel,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                       ap_uint&lt;8&gt; *seg, ap_uint&lt;4&gt; *an) {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#pragma HLS INTERFACE s_axilite port=op1    bundle=CTRL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#pragma HLS INTERFACE s_axilite port=op2    bundle=CTRL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#pragma HLS INTERFACE s_axilite port=op_sel bundle=CTRL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#pragma HLS INTERFACE ap_none   port=seg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#pragma HLS INTERFACE ap_none   port=an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#pragma HLS INTERFACE ap_ctrl_none port=return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#pragma HLS PIPELINE II=1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0"/>
            <a:ext cx="8412480" cy="11887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400">
                <a:solidFill>
                  <a:srgbClr val="1A1A1A"/>
                </a:solidFill>
                <a:latin typeface="Arial"/>
              </a:rPr>
              <a:t>Only the three inputs are memory-mapped. seg and an stay plain wires.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400">
                <a:solidFill>
                  <a:srgbClr val="1A1A1A"/>
                </a:solidFill>
                <a:latin typeface="Arial"/>
              </a:rPr>
              <a:t>ap_ctrl_none keeps the block free-running, so the display never stops scanning.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400">
                <a:solidFill>
                  <a:srgbClr val="1A1A1A"/>
                </a:solidFill>
                <a:latin typeface="Arial"/>
              </a:rPr>
              <a:t>Operands are 0…99; op_sel selects the operation.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962FD-B767-6DF3-72D2-B210E784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7</a:t>
            </a:fld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solidFill>
                  <a:srgbClr val="1A1A1A"/>
                </a:solidFill>
                <a:latin typeface="Arial"/>
              </a:rPr>
              <a:t>AXI4-Lite?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32688"/>
            <a:ext cx="8412480" cy="1371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500">
                <a:solidFill>
                  <a:srgbClr val="1A1A1A"/>
                </a:solidFill>
                <a:latin typeface="Arial"/>
              </a:rPr>
              <a:t>The ARM core cannot call hardware like a C function. The block must look like memory.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500">
                <a:solidFill>
                  <a:srgbClr val="1A1A1A"/>
                </a:solidFill>
                <a:latin typeface="Arial"/>
              </a:rPr>
              <a:t>Software writes to an address; the fabric decodes it and hands the value to your logic.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500">
                <a:solidFill>
                  <a:srgbClr val="1A1A1A"/>
                </a:solidFill>
                <a:latin typeface="Arial"/>
              </a:rPr>
              <a:t>AXI4-Lite fits: a handful of control registers, no streaming bandwidth needed.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331720"/>
          <a:ext cx="841248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Interface</a:t>
                      </a:r>
                    </a:p>
                  </a:txBody>
                  <a:tcPr marL="54864" marR="54864" marT="27432" marB="27432" anchor="ctr"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Use</a:t>
                      </a:r>
                    </a:p>
                  </a:txBody>
                  <a:tcPr marL="54864" marR="54864" marT="27432" marB="27432" anchor="ctr">
                    <a:solidFill>
                      <a:srgbClr val="0096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Full AXI4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high-performance burst transfers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AXI4-Lite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simple register access — this lab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AXI4-Stream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continuous data, no addresses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3611880"/>
            <a:ext cx="8412480" cy="502920"/>
          </a:xfrm>
          <a:prstGeom prst="roundRect">
            <a:avLst>
              <a:gd name="adj" fmla="val 3500"/>
            </a:avLst>
          </a:prstGeom>
          <a:solidFill>
            <a:srgbClr val="F7F7F6"/>
          </a:solidFill>
          <a:ln w="9525">
            <a:solidFill>
              <a:srgbClr val="E3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>
                <a:solidFill>
                  <a:srgbClr val="1A1A1A"/>
                </a:solidFill>
                <a:latin typeface="Consolas"/>
              </a:rPr>
              <a:t>ARM processor  →  AXI Interconnect  →  AXI4-Lite slave (HLS IP)  →  display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E1A1B-7249-E5A6-DC3F-CB3DD765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8</a:t>
            </a:fld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The arithmetic, and its edge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32688"/>
            <a:ext cx="841248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 w="9525">
            <a:solidFill>
              <a:srgbClr val="DD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73152" rIns="128016" bIns="73152" rtlCol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switch (op_sel) {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    case OP_ADD: result = op1 + op2; break;   // 0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    case OP_SUB: result = op1 - op2; break;   // 1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    case OP_MUL: result = op1 * op2; break;   // 2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    default:                                  // 3 = divide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        if (op2 == 0) error = true;           // no defined result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        else result = op1 / op2;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2B2B2B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350">
                <a:solidFill>
                  <a:srgbClr val="1A1A1A"/>
                </a:solidFill>
                <a:latin typeface="Arial"/>
              </a:rPr>
              <a:t>Negative results (subtraction) show a leading minus sign — segment G alone.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350">
                <a:solidFill>
                  <a:srgbClr val="1A1A1A"/>
                </a:solidFill>
                <a:latin typeface="Arial"/>
              </a:rPr>
              <a:t>Division by zero and anything that will not fit shows ----.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350">
                <a:solidFill>
                  <a:srgbClr val="1A1A1A"/>
                </a:solidFill>
                <a:latin typeface="Arial"/>
              </a:rPr>
              <a:t>The display always has a defined state: hardware cannot throw an exception.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913632"/>
            <a:ext cx="8412480" cy="502920"/>
          </a:xfrm>
          <a:prstGeom prst="roundRect">
            <a:avLst>
              <a:gd name="adj" fmla="val 6000"/>
            </a:avLst>
          </a:prstGeom>
          <a:solidFill>
            <a:srgbClr val="E8F5F3"/>
          </a:solidFill>
          <a:ln w="9525">
            <a:solidFill>
              <a:srgbClr val="B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006B5C"/>
                </a:solidFill>
                <a:latin typeface="Arial"/>
              </a:rPr>
              <a:t>Note:  </a:t>
            </a:r>
            <a:r>
              <a:rPr sz="1150">
                <a:solidFill>
                  <a:srgbClr val="1A1A1A"/>
                </a:solidFill>
                <a:latin typeface="Arial"/>
              </a:rPr>
              <a:t>Range check: 99 × 99 = 9801 still fits on four digits, so multiplication never overflows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3C267-0C2B-999D-6413-E2D726F2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9</a:t>
            </a:fld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The register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95959"/>
                </a:solidFill>
                <a:latin typeface="Arial"/>
              </a:rPr>
              <a:t>After synthesis, Vitis HLS generates xseven_segment_axi_hw.h: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4754880" cy="1691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Offset</a:t>
                      </a:r>
                    </a:p>
                  </a:txBody>
                  <a:tcPr marL="54864" marR="54864" marT="27432" marB="27432" anchor="ctr"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Register</a:t>
                      </a:r>
                    </a:p>
                  </a:txBody>
                  <a:tcPr marL="54864" marR="54864" marT="27432" marB="27432" anchor="ctr">
                    <a:solidFill>
                      <a:srgbClr val="0096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0x00 … 0x0c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reserved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0x10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onsolas"/>
                        </a:rPr>
                        <a:t>op1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0x18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onsolas"/>
                        </a:rPr>
                        <a:t>op2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0x20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onsolas"/>
                        </a:rPr>
                        <a:t>op_sel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74920" y="1280160"/>
            <a:ext cx="3703320" cy="1691640"/>
          </a:xfrm>
          <a:prstGeom prst="roundRect">
            <a:avLst>
              <a:gd name="adj" fmla="val 6000"/>
            </a:avLst>
          </a:prstGeom>
          <a:solidFill>
            <a:srgbClr val="FCEFE1"/>
          </a:solidFill>
          <a:ln w="9525">
            <a:solidFill>
              <a:srgbClr val="F0C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A05A00"/>
                </a:solidFill>
                <a:latin typeface="Arial"/>
              </a:rPr>
              <a:t>Important:  </a:t>
            </a:r>
            <a:r>
              <a:rPr sz="1200">
                <a:solidFill>
                  <a:srgbClr val="1A1A1A"/>
                </a:solidFill>
                <a:latin typeface="Arial"/>
              </a:rPr>
              <a:t>Because the block is ap_ctrl_none, there is no ap_start register. The software never starts the block and never polls for completion — it only writes these three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4612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400">
                <a:solidFill>
                  <a:srgbClr val="1A1A1A"/>
                </a:solidFill>
                <a:latin typeface="Arial"/>
              </a:rPr>
              <a:t>Always read these offsets from the generated header, never guess them.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3DEE5-F1D3-0A83-19BF-D59B6914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10</a:t>
            </a:fld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HLS: synthesize and export the 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" y="914400"/>
            <a:ext cx="8339327" cy="20116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" y="1109411"/>
            <a:ext cx="8339327" cy="12588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200" dirty="0">
                <a:solidFill>
                  <a:srgbClr val="009682"/>
                </a:solidFill>
                <a:latin typeface="Arial"/>
              </a:rPr>
              <a:t>▪ 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Project → Project Settings → Synthesis: top function 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seven_segment_axi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, then </a:t>
            </a:r>
            <a:r>
              <a:rPr sz="1200" b="1" i="0" dirty="0">
                <a:solidFill>
                  <a:srgbClr val="000000"/>
                </a:solidFill>
                <a:latin typeface="Arial"/>
              </a:rPr>
              <a:t>Run C Synthesis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200" dirty="0">
                <a:solidFill>
                  <a:srgbClr val="009682"/>
                </a:solidFill>
                <a:latin typeface="Arial"/>
              </a:rPr>
              <a:t>▪ 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The report must show an AXI4-Lite slave named </a:t>
            </a:r>
            <a:r>
              <a:rPr sz="1200" b="1" i="0" dirty="0" err="1">
                <a:solidFill>
                  <a:srgbClr val="000000"/>
                </a:solidFill>
                <a:latin typeface="Arial"/>
              </a:rPr>
              <a:t>s_axi_CTRL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and note the </a:t>
            </a:r>
            <a:r>
              <a:rPr sz="1200" b="1" i="0" dirty="0">
                <a:solidFill>
                  <a:srgbClr val="000000"/>
                </a:solidFill>
                <a:latin typeface="Arial"/>
              </a:rPr>
              <a:t>digit offset (0x10)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— you need it in software.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200" dirty="0">
                <a:solidFill>
                  <a:srgbClr val="009682"/>
                </a:solidFill>
                <a:latin typeface="Arial"/>
              </a:rPr>
              <a:t>▪ 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Export as </a:t>
            </a:r>
            <a:r>
              <a:rPr sz="1200" b="1" i="0" dirty="0" err="1">
                <a:solidFill>
                  <a:srgbClr val="000000"/>
                </a:solidFill>
                <a:latin typeface="Arial"/>
              </a:rPr>
              <a:t>Vivado</a:t>
            </a:r>
            <a:r>
              <a:rPr sz="1200" b="1" i="0" dirty="0">
                <a:solidFill>
                  <a:srgbClr val="000000"/>
                </a:solidFill>
                <a:latin typeface="Arial"/>
              </a:rPr>
              <a:t> IP (.zip)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; Display Name 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seven_segment_axi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, Taxonomy </a:t>
            </a:r>
            <a:r>
              <a:rPr sz="1200" b="0" i="0" dirty="0">
                <a:solidFill>
                  <a:srgbClr val="009682"/>
                </a:solidFill>
                <a:latin typeface="Consolas"/>
              </a:rPr>
              <a:t>/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UserIP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200" dirty="0">
                <a:solidFill>
                  <a:srgbClr val="009682"/>
                </a:solidFill>
                <a:latin typeface="Arial"/>
              </a:rPr>
              <a:t>▪ 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Verify </a:t>
            </a:r>
            <a:r>
              <a:rPr sz="1200" b="0" i="0" dirty="0">
                <a:solidFill>
                  <a:srgbClr val="009682"/>
                </a:solidFill>
                <a:latin typeface="Consolas"/>
              </a:rPr>
              <a:t>solution1/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impl</a:t>
            </a:r>
            <a:r>
              <a:rPr sz="1200" b="0" i="0" dirty="0">
                <a:solidFill>
                  <a:srgbClr val="009682"/>
                </a:solidFill>
                <a:latin typeface="Consolas"/>
              </a:rPr>
              <a:t>/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export.zip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and </a:t>
            </a:r>
            <a:r>
              <a:rPr sz="1200" b="0" i="0" dirty="0">
                <a:solidFill>
                  <a:srgbClr val="009682"/>
                </a:solidFill>
                <a:latin typeface="Consolas"/>
              </a:rPr>
              <a:t>solution1/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impl</a:t>
            </a:r>
            <a:r>
              <a:rPr sz="1200" b="0" i="0" dirty="0">
                <a:solidFill>
                  <a:srgbClr val="009682"/>
                </a:solidFill>
                <a:latin typeface="Consolas"/>
              </a:rPr>
              <a:t>/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ip</a:t>
            </a:r>
            <a:r>
              <a:rPr sz="1200" b="0" i="0" dirty="0">
                <a:solidFill>
                  <a:srgbClr val="009682"/>
                </a:solidFill>
                <a:latin typeface="Consolas"/>
              </a:rPr>
              <a:t>/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component.xml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56D6FD-2EF7-D116-10AD-E4E4E00D9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174267"/>
            <a:ext cx="7772400" cy="24270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C6CAF-C5BB-4276-CB69-C3073C6DB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11</a:t>
            </a:fld>
            <a:endParaRPr lang="de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A962C6-32AE-11FB-10E3-7E264592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A9AC3-B74A-A023-D420-B7EF060A2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102" b="-1"/>
          <a:stretch>
            <a:fillRect/>
          </a:stretch>
        </p:blipFill>
        <p:spPr>
          <a:xfrm>
            <a:off x="0" y="0"/>
            <a:ext cx="5597892" cy="44204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CDF7EF-2190-22A6-6EE0-227F5B514DB4}"/>
              </a:ext>
            </a:extLst>
          </p:cNvPr>
          <p:cNvSpPr txBox="1"/>
          <p:nvPr/>
        </p:nvSpPr>
        <p:spPr>
          <a:xfrm>
            <a:off x="5742879" y="1024844"/>
            <a:ext cx="2563887" cy="3095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200" dirty="0">
                <a:solidFill>
                  <a:srgbClr val="009682"/>
                </a:solidFill>
                <a:latin typeface="Arial"/>
              </a:rPr>
              <a:t>▪ 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Project → Project Settings → Synthesis: top function 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seven_segment_axi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, then </a:t>
            </a:r>
            <a:r>
              <a:rPr sz="1200" b="1" i="0" dirty="0">
                <a:solidFill>
                  <a:srgbClr val="000000"/>
                </a:solidFill>
                <a:latin typeface="Arial"/>
              </a:rPr>
              <a:t>Run C Synthesis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200" dirty="0">
                <a:solidFill>
                  <a:srgbClr val="009682"/>
                </a:solidFill>
                <a:latin typeface="Arial"/>
              </a:rPr>
              <a:t>▪ 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The report must show an AXI4-Lite slave named </a:t>
            </a:r>
            <a:r>
              <a:rPr sz="1200" b="1" i="0" dirty="0" err="1">
                <a:solidFill>
                  <a:srgbClr val="000000"/>
                </a:solidFill>
                <a:latin typeface="Arial"/>
              </a:rPr>
              <a:t>s_axi_CTRL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and note the </a:t>
            </a:r>
            <a:r>
              <a:rPr sz="1200" b="1" i="0" dirty="0">
                <a:solidFill>
                  <a:srgbClr val="000000"/>
                </a:solidFill>
                <a:latin typeface="Arial"/>
              </a:rPr>
              <a:t>digit offset (0x10)</a:t>
            </a:r>
            <a:r>
              <a:rPr lang="en-US" sz="1200" dirty="0">
                <a:solidFill>
                  <a:srgbClr val="000000"/>
                </a:solidFill>
                <a:latin typeface="Arial"/>
              </a:rPr>
              <a:t>.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Arial"/>
              </a:rPr>
              <a:t>Y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ou need it in software.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200" dirty="0">
                <a:solidFill>
                  <a:srgbClr val="009682"/>
                </a:solidFill>
                <a:latin typeface="Arial"/>
              </a:rPr>
              <a:t>▪ 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Export as </a:t>
            </a:r>
            <a:r>
              <a:rPr sz="1200" b="1" i="0" dirty="0" err="1">
                <a:solidFill>
                  <a:srgbClr val="000000"/>
                </a:solidFill>
                <a:latin typeface="Arial"/>
              </a:rPr>
              <a:t>Vivado</a:t>
            </a:r>
            <a:r>
              <a:rPr sz="1200" b="1" i="0" dirty="0">
                <a:solidFill>
                  <a:srgbClr val="000000"/>
                </a:solidFill>
                <a:latin typeface="Arial"/>
              </a:rPr>
              <a:t> IP (.zip)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; Display Name 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seven_segment_axi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, Taxonomy </a:t>
            </a:r>
            <a:r>
              <a:rPr sz="1200" b="0" i="0" dirty="0">
                <a:solidFill>
                  <a:srgbClr val="009682"/>
                </a:solidFill>
                <a:latin typeface="Consolas"/>
              </a:rPr>
              <a:t>/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UserIP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200" dirty="0">
                <a:solidFill>
                  <a:srgbClr val="009682"/>
                </a:solidFill>
                <a:latin typeface="Arial"/>
              </a:rPr>
              <a:t>▪ 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Verify </a:t>
            </a:r>
            <a:r>
              <a:rPr sz="1200" b="0" i="0" dirty="0">
                <a:solidFill>
                  <a:srgbClr val="009682"/>
                </a:solidFill>
                <a:latin typeface="Consolas"/>
              </a:rPr>
              <a:t>solution1/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impl</a:t>
            </a:r>
            <a:r>
              <a:rPr sz="1200" b="0" i="0" dirty="0">
                <a:solidFill>
                  <a:srgbClr val="009682"/>
                </a:solidFill>
                <a:latin typeface="Consolas"/>
              </a:rPr>
              <a:t>/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export.zip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and </a:t>
            </a:r>
            <a:r>
              <a:rPr sz="1200" b="0" i="0" dirty="0">
                <a:solidFill>
                  <a:srgbClr val="009682"/>
                </a:solidFill>
                <a:latin typeface="Consolas"/>
              </a:rPr>
              <a:t>solution1/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impl</a:t>
            </a:r>
            <a:r>
              <a:rPr sz="1200" b="0" i="0" dirty="0">
                <a:solidFill>
                  <a:srgbClr val="009682"/>
                </a:solidFill>
                <a:latin typeface="Consolas"/>
              </a:rPr>
              <a:t>/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ip</a:t>
            </a:r>
            <a:r>
              <a:rPr sz="1200" b="0" i="0" dirty="0">
                <a:solidFill>
                  <a:srgbClr val="009682"/>
                </a:solidFill>
                <a:latin typeface="Consolas"/>
              </a:rPr>
              <a:t>/</a:t>
            </a:r>
            <a:r>
              <a:rPr sz="1200" b="0" i="0" dirty="0" err="1">
                <a:solidFill>
                  <a:srgbClr val="009682"/>
                </a:solidFill>
                <a:latin typeface="Consolas"/>
              </a:rPr>
              <a:t>component.xml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D9186-6F36-08C5-CD52-3CCA15531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73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2AE141-1DF3-A112-2CCA-C300626B4E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6392"/>
          <a:stretch>
            <a:fillRect/>
          </a:stretch>
        </p:blipFill>
        <p:spPr>
          <a:xfrm>
            <a:off x="154971" y="378060"/>
            <a:ext cx="3733508" cy="36191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3A1F0-0893-AACB-8395-7F3669042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82437"/>
            <a:ext cx="3110594" cy="49802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Select the export format:</a:t>
            </a:r>
          </a:p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 - Vivado IP (.zip)</a:t>
            </a:r>
          </a:p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Keep the default output location unless a custom export path is required. Default output is usually generated under:</a:t>
            </a:r>
          </a:p>
          <a:p>
            <a:r>
              <a:rPr lang="en-US" sz="1050">
                <a:solidFill>
                  <a:srgbClr val="595959"/>
                </a:solidFill>
              </a:rPr>
              <a:t>    solution1/impl/export.zip</a:t>
            </a:r>
          </a:p>
          <a:p>
            <a:r>
              <a:rPr lang="en-US" sz="1050">
                <a:solidFill>
                  <a:srgbClr val="595959"/>
                </a:solidFill>
              </a:rPr>
              <a:t>    solution1/impl/ip/</a:t>
            </a:r>
          </a:p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 Let’s fill in the IP configuration fields:</a:t>
            </a:r>
          </a:p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 - Vendor: ces.kit.edu</a:t>
            </a:r>
          </a:p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 - Library: hls</a:t>
            </a:r>
          </a:p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 - Version: 1.0</a:t>
            </a:r>
          </a:p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- Description: AXI4-Lite controlled seven-segment display HLS IP</a:t>
            </a:r>
          </a:p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 - Display Name: seven_segment_axi</a:t>
            </a:r>
          </a:p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- Taxonomy: /UserIP</a:t>
            </a:r>
          </a:p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- Click OK to export the generated RTL as a Vivado IP.</a:t>
            </a:r>
          </a:p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 After export, verify that the following files/directories were generated:</a:t>
            </a:r>
          </a:p>
          <a:p>
            <a:r>
              <a:rPr lang="en-US" sz="1050">
                <a:solidFill>
                  <a:srgbClr val="595959"/>
                </a:solidFill>
              </a:rPr>
              <a:t>  - solution1/impl/export.zip</a:t>
            </a:r>
          </a:p>
          <a:p>
            <a:r>
              <a:rPr lang="en-US" sz="1050">
                <a:solidFill>
                  <a:srgbClr val="595959"/>
                </a:solidFill>
              </a:rPr>
              <a:t>  - solution1/impl/ip/component.xml</a:t>
            </a:r>
          </a:p>
          <a:p>
            <a:pPr marL="0" indent="0">
              <a:buNone/>
            </a:pPr>
            <a:r>
              <a:rPr lang="en-US" sz="1050">
                <a:solidFill>
                  <a:srgbClr val="595959"/>
                </a:solidFill>
              </a:rPr>
              <a:t>The exported IP will be imported into Vivado.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D98F6-B52E-782B-937B-DE79902A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266D-1553-1D42-A4A7-21630171A50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74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Vivado: project and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32688"/>
            <a:ext cx="8412480" cy="1417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500">
                <a:solidFill>
                  <a:srgbClr val="1A1A1A"/>
                </a:solidFill>
                <a:latin typeface="Arial"/>
              </a:rPr>
              <a:t>New RTL project, part xc7z007sclg400-1, no design sources.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500">
                <a:solidFill>
                  <a:srgbClr val="1A1A1A"/>
                </a:solidFill>
                <a:latin typeface="Arial"/>
              </a:rPr>
              <a:t>Add the Blackboard XDC: it maps seg[7:0] and an[3:0] to the display pins.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500">
                <a:solidFill>
                  <a:srgbClr val="1A1A1A"/>
                </a:solidFill>
                <a:latin typeface="Arial"/>
              </a:rPr>
              <a:t>No extra Verilog or VHDL is added in this lab — the anode logic lives in the HLS block.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423160"/>
            <a:ext cx="8412480" cy="6858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 w="9525">
            <a:solidFill>
              <a:srgbClr val="DD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73152" rIns="128016" bIns="73152" rtlCol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250">
                <a:solidFill>
                  <a:srgbClr val="2B2B2B"/>
                </a:solidFill>
                <a:latin typeface="Consolas"/>
              </a:rPr>
              <a:t>seg[0] → K14 (SSEG_CA)  …  seg[7] → K18 (SSEG_DP)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2B2B2B"/>
                </a:solidFill>
                <a:latin typeface="Consolas"/>
              </a:rPr>
              <a:t>an[0]  → K19 (SSEG_AN0) …  an[3]  → L16 (SSEG_AN3)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291840"/>
            <a:ext cx="8412480" cy="594360"/>
          </a:xfrm>
          <a:prstGeom prst="roundRect">
            <a:avLst>
              <a:gd name="adj" fmla="val 6000"/>
            </a:avLst>
          </a:prstGeom>
          <a:solidFill>
            <a:srgbClr val="E8F5F3"/>
          </a:solidFill>
          <a:ln w="9525">
            <a:solidFill>
              <a:srgbClr val="B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006B5C"/>
                </a:solidFill>
                <a:latin typeface="Arial"/>
              </a:rPr>
              <a:t>Note:  </a:t>
            </a:r>
            <a:r>
              <a:rPr sz="1250">
                <a:solidFill>
                  <a:srgbClr val="1A1A1A"/>
                </a:solidFill>
                <a:latin typeface="Arial"/>
              </a:rPr>
              <a:t>This is why the scan was written in HLS: the block design stays simple, and the lab never asks you to write RTL.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E1084-24D0-0B78-8CCF-22E31A7AD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14</a:t>
            </a:fld>
            <a:endParaRPr lang="de-D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59" y="270097"/>
            <a:ext cx="6869178" cy="575989"/>
          </a:xfrm>
        </p:spPr>
        <p:txBody>
          <a:bodyPr/>
          <a:lstStyle/>
          <a:p>
            <a:r>
              <a:rPr sz="2400" b="1" dirty="0" err="1">
                <a:solidFill>
                  <a:srgbClr val="1A1A1A"/>
                </a:solidFill>
                <a:latin typeface="Arial"/>
              </a:rPr>
              <a:t>Vivado</a:t>
            </a:r>
            <a:r>
              <a:rPr sz="2400" b="1" dirty="0">
                <a:solidFill>
                  <a:srgbClr val="1A1A1A"/>
                </a:solidFill>
                <a:latin typeface="Arial"/>
              </a:rPr>
              <a:t>: block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7180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0" i="1">
                <a:solidFill>
                  <a:srgbClr val="595959"/>
                </a:solidFill>
                <a:latin typeface="Arial"/>
              </a:rPr>
              <a:t>Block design after Run Connection Automation: ZYNQ7 PS → AXI Interconnect → seven_segment_axi_0/s_axi_CTRL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364992"/>
            <a:ext cx="8412480" cy="1097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250" dirty="0">
                <a:solidFill>
                  <a:srgbClr val="1A1A1A"/>
                </a:solidFill>
                <a:latin typeface="Arial"/>
              </a:rPr>
              <a:t>Create Block Design, add ZYNQ7 Processing System, then Run Block Automation.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250" dirty="0">
                <a:solidFill>
                  <a:srgbClr val="1A1A1A"/>
                </a:solidFill>
                <a:latin typeface="Arial"/>
              </a:rPr>
              <a:t>Settings → IP → Repository: add the exported solution1/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impl</a:t>
            </a:r>
            <a:r>
              <a:rPr sz="1250" dirty="0">
                <a:solidFill>
                  <a:srgbClr val="1A1A1A"/>
                </a:solidFill>
                <a:latin typeface="Arial"/>
              </a:rPr>
              <a:t>/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ip</a:t>
            </a:r>
            <a:r>
              <a:rPr sz="1250" dirty="0">
                <a:solidFill>
                  <a:srgbClr val="1A1A1A"/>
                </a:solidFill>
                <a:latin typeface="Arial"/>
              </a:rPr>
              <a:t> directory.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250" dirty="0">
                <a:solidFill>
                  <a:srgbClr val="1A1A1A"/>
                </a:solidFill>
                <a:latin typeface="Arial"/>
              </a:rPr>
              <a:t>Add IP → 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seven_segment_axi</a:t>
            </a:r>
            <a:r>
              <a:rPr sz="1250" dirty="0">
                <a:solidFill>
                  <a:srgbClr val="1A1A1A"/>
                </a:solidFill>
                <a:latin typeface="Arial"/>
              </a:rPr>
              <a:t> from the catalog under 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UserIP</a:t>
            </a:r>
            <a:r>
              <a:rPr sz="125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250" dirty="0">
                <a:solidFill>
                  <a:srgbClr val="1A1A1A"/>
                </a:solidFill>
                <a:latin typeface="Arial"/>
              </a:rPr>
              <a:t>Run Connection Automation to wire AXI, clock and reset.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ABB5ED-A778-C4BA-2DED-9EF91CC85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13" y="846086"/>
            <a:ext cx="7201773" cy="212571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6B0189-F433-0C90-EDE6-19FD9409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15</a:t>
            </a:fld>
            <a:endParaRPr lang="de-D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Vivado: external ports and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858" y="3433887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0" i="1" dirty="0">
                <a:solidFill>
                  <a:srgbClr val="595959"/>
                </a:solidFill>
                <a:latin typeface="Arial"/>
              </a:rPr>
              <a:t>Right-click seg / an → Make External; Address Editor: </a:t>
            </a:r>
            <a:r>
              <a:rPr sz="1050" b="0" i="1" dirty="0" err="1">
                <a:solidFill>
                  <a:srgbClr val="595959"/>
                </a:solidFill>
                <a:latin typeface="Arial"/>
              </a:rPr>
              <a:t>s_axi_CTRL</a:t>
            </a:r>
            <a:r>
              <a:rPr sz="1050" b="0" i="1" dirty="0">
                <a:solidFill>
                  <a:srgbClr val="595959"/>
                </a:solidFill>
                <a:latin typeface="Arial"/>
              </a:rPr>
              <a:t> at 0x4000_0000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932688"/>
            <a:ext cx="4297680" cy="1005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400">
                <a:solidFill>
                  <a:srgbClr val="1A1A1A"/>
                </a:solidFill>
                <a:latin typeface="Arial"/>
              </a:rPr>
              <a:t>Right-click the seg and an pins → Make External.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400">
                <a:solidFill>
                  <a:srgbClr val="1A1A1A"/>
                </a:solidFill>
                <a:latin typeface="Arial"/>
              </a:rPr>
              <a:t>Address Editor: assign s_axi_CTRL to 0x4000_0000, range 64K.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148840"/>
            <a:ext cx="4297680" cy="1051560"/>
          </a:xfrm>
          <a:prstGeom prst="roundRect">
            <a:avLst>
              <a:gd name="adj" fmla="val 6000"/>
            </a:avLst>
          </a:prstGeom>
          <a:solidFill>
            <a:srgbClr val="FCEFE1"/>
          </a:solidFill>
          <a:ln w="9525">
            <a:solidFill>
              <a:srgbClr val="F0C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A05A00"/>
                </a:solidFill>
                <a:latin typeface="Arial"/>
              </a:rPr>
              <a:t>Important:  </a:t>
            </a:r>
            <a:r>
              <a:rPr sz="1250">
                <a:solidFill>
                  <a:srgbClr val="1A1A1A"/>
                </a:solidFill>
                <a:latin typeface="Arial"/>
              </a:rPr>
              <a:t>Naming matters. The external ports must be exactly seg and an to match the XDC. If Vivado creates seg_0, rename it in External Port Properties.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E0E099-33C0-0072-A027-4EFF1DA9A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57" y="2572544"/>
            <a:ext cx="4133723" cy="768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05AA7C-9918-9508-5D9D-AE4B0CE70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50" y="1286978"/>
            <a:ext cx="4355410" cy="1285566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FA6D49-D7C5-B3D9-9D30-A17C1E7B0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16</a:t>
            </a:fld>
            <a:endParaRPr lang="de-D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Vivado: build and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43393"/>
            <a:ext cx="8412480" cy="7844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500" dirty="0">
                <a:solidFill>
                  <a:srgbClr val="1A1A1A"/>
                </a:solidFill>
                <a:latin typeface="Arial"/>
              </a:rPr>
              <a:t>Create HDL Wrapper, then Run Synthesis → Implementation → Generate Bitstream.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500" dirty="0">
                <a:solidFill>
                  <a:srgbClr val="1A1A1A"/>
                </a:solidFill>
                <a:latin typeface="Arial"/>
              </a:rPr>
              <a:t>File → Export → Export Hardware, include bitstream → </a:t>
            </a:r>
            <a:r>
              <a:rPr sz="1500" dirty="0" err="1">
                <a:solidFill>
                  <a:srgbClr val="1A1A1A"/>
                </a:solidFill>
                <a:latin typeface="Arial"/>
              </a:rPr>
              <a:t>seven_segment_wrapper.xsa</a:t>
            </a:r>
            <a:r>
              <a:rPr sz="1500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8412480" cy="502920"/>
          </a:xfrm>
          <a:prstGeom prst="roundRect">
            <a:avLst>
              <a:gd name="adj" fmla="val 3500"/>
            </a:avLst>
          </a:prstGeom>
          <a:solidFill>
            <a:srgbClr val="F7F7F6"/>
          </a:solidFill>
          <a:ln w="9525">
            <a:solidFill>
              <a:srgbClr val="E3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dirty="0">
                <a:solidFill>
                  <a:srgbClr val="1A1A1A"/>
                </a:solidFill>
                <a:latin typeface="Consolas"/>
              </a:rPr>
              <a:t>synthesis = netlist · implementation = place &amp; route + timing · bitstream = FPGA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697480"/>
            <a:ext cx="8412480" cy="1051560"/>
          </a:xfrm>
          <a:prstGeom prst="roundRect">
            <a:avLst>
              <a:gd name="adj" fmla="val 6000"/>
            </a:avLst>
          </a:prstGeom>
          <a:solidFill>
            <a:srgbClr val="FCEFE1"/>
          </a:solidFill>
          <a:ln w="9525">
            <a:solidFill>
              <a:srgbClr val="F0C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 dirty="0">
                <a:solidFill>
                  <a:srgbClr val="A05A00"/>
                </a:solidFill>
                <a:latin typeface="Arial"/>
              </a:rPr>
              <a:t>Important:  </a:t>
            </a:r>
            <a:r>
              <a:rPr sz="1250" dirty="0">
                <a:solidFill>
                  <a:srgbClr val="1A1A1A"/>
                </a:solidFill>
                <a:latin typeface="Arial"/>
              </a:rPr>
              <a:t>Whenever the HLS code changes, the IP must be re-exported, the block design refreshed (Report IP Status → Upgrade), and the bitstream and XSA regenerated. A stale XSA is the most common reason a working design misbehaves on the board.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5CACF-EBAD-0533-D4B6-0AA34DB78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17</a:t>
            </a:fld>
            <a:endParaRPr lang="de-D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Vitis: platform and application</a:t>
            </a:r>
          </a:p>
        </p:txBody>
      </p:sp>
      <p:pic>
        <p:nvPicPr>
          <p:cNvPr id="3" name="Picture 2" descr="image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08" y="932688"/>
            <a:ext cx="3784424" cy="3017520"/>
          </a:xfrm>
          <a:prstGeom prst="rect">
            <a:avLst/>
          </a:prstGeom>
          <a:ln w="9525">
            <a:solidFill>
              <a:srgbClr val="CFCFCF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365760" y="3977639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0" i="1">
                <a:solidFill>
                  <a:srgbClr val="595959"/>
                </a:solidFill>
                <a:latin typeface="Arial"/>
              </a:rPr>
              <a:t>Create Application Project: processor ps7_cortexa9_0, Empty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932688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400">
                <a:solidFill>
                  <a:srgbClr val="1A1A1A"/>
                </a:solidFill>
                <a:latin typeface="Arial"/>
              </a:rPr>
              <a:t>Platform project from seven_segment_wrapper.xsa, then Build Project.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400">
                <a:solidFill>
                  <a:srgbClr val="1A1A1A"/>
                </a:solidFill>
                <a:latin typeface="Arial"/>
              </a:rPr>
              <a:t>Application project seven_segment_app, processor ps7_cortexa9_0, standalone, empty.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400">
                <a:solidFill>
                  <a:srgbClr val="1A1A1A"/>
                </a:solidFill>
                <a:latin typeface="Arial"/>
              </a:rPr>
              <a:t>The XSA tells Vitis which processor exists and where your IP is mapped — platform first.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267CD-696B-FD36-0B92-CC992260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18</a:t>
            </a:fld>
            <a:endParaRPr lang="de-D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Vitis: the software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32688"/>
            <a:ext cx="8412480" cy="26060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 w="9525">
            <a:solidFill>
              <a:srgbClr val="DD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73152" rIns="128016" bIns="73152" rtlCol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150">
                <a:solidFill>
                  <a:srgbClr val="2B2B2B"/>
                </a:solidFill>
                <a:latin typeface="Consolas"/>
              </a:rPr>
              <a:t>#define CALC_BASEADDR   XPAR_SEVEN_SEGMENT_AXI_0_S_AXI_CTRL_BASEADDR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2B2B2B"/>
                </a:solidFill>
                <a:latin typeface="Consolas"/>
              </a:rPr>
              <a:t>#define OP1_REG_OFFSET    0x10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2B2B2B"/>
                </a:solidFill>
                <a:latin typeface="Consolas"/>
              </a:rPr>
              <a:t>#define OP2_REG_OFFSET    0x18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2B2B2B"/>
                </a:solidFill>
                <a:latin typeface="Consolas"/>
              </a:rPr>
              <a:t>#define OPSEL_REG_OFFSET  0x20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2B2B2B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2B2B2B"/>
                </a:solidFill>
                <a:latin typeface="Consolas"/>
              </a:rPr>
              <a:t>op1 = read_operand("First number");     /* over the terminal */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2B2B2B"/>
                </a:solidFill>
                <a:latin typeface="Consolas"/>
              </a:rPr>
              <a:t>op2 = read_operand("Second number");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2B2B2B"/>
                </a:solidFill>
                <a:latin typeface="Consolas"/>
              </a:rPr>
              <a:t>op_sel = read_operation();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2B2B2B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2B2B2B"/>
                </a:solidFill>
                <a:latin typeface="Consolas"/>
              </a:rPr>
              <a:t>Xil_Out32(CALC_BASEADDR + OP1_REG_OFFSET,   op1);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2B2B2B"/>
                </a:solidFill>
                <a:latin typeface="Consolas"/>
              </a:rPr>
              <a:t>Xil_Out32(CALC_BASEADDR + OP2_REG_OFFSET,   op2);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2B2B2B"/>
                </a:solidFill>
                <a:latin typeface="Consolas"/>
              </a:rPr>
              <a:t>Xil_Out32(CALC_BASEADDR + OPSEL_REG_OFFSET, op_sel);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200">
                <a:solidFill>
                  <a:srgbClr val="1A1A1A"/>
                </a:solidFill>
                <a:latin typeface="Arial"/>
              </a:rPr>
              <a:t>Three writes, and the display updates on the very next clock cycle.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200">
                <a:solidFill>
                  <a:srgbClr val="1A1A1A"/>
                </a:solidFill>
                <a:latin typeface="Arial"/>
              </a:rPr>
              <a:t>Use the generated base-address macro from xparameters.h — never a literal address.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200">
                <a:solidFill>
                  <a:srgbClr val="1A1A1A"/>
                </a:solidFill>
                <a:latin typeface="Arial"/>
              </a:rPr>
              <a:t>Validate the operands in software too: a 7-bit register silently truncates 100 to 4.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C1F6D-1458-192C-0344-0DE3F792B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19</a:t>
            </a:fld>
            <a:endParaRPr lang="de-D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Run on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637356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0" i="1" dirty="0">
                <a:solidFill>
                  <a:srgbClr val="595959"/>
                </a:solidFill>
                <a:latin typeface="Arial"/>
              </a:rPr>
              <a:t>Vitis: right-click </a:t>
            </a:r>
            <a:r>
              <a:rPr sz="1050" b="0" i="1" dirty="0" err="1">
                <a:solidFill>
                  <a:srgbClr val="595959"/>
                </a:solidFill>
                <a:latin typeface="Arial"/>
              </a:rPr>
              <a:t>seven_segment_app</a:t>
            </a:r>
            <a:r>
              <a:rPr sz="1050" b="0" i="1" dirty="0">
                <a:solidFill>
                  <a:srgbClr val="595959"/>
                </a:solidFill>
                <a:latin typeface="Arial"/>
              </a:rPr>
              <a:t> → Run As → Launch on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5562" y="932688"/>
            <a:ext cx="4052677" cy="1645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350" dirty="0">
                <a:solidFill>
                  <a:srgbClr val="1A1A1A"/>
                </a:solidFill>
                <a:latin typeface="Arial"/>
              </a:rPr>
              <a:t>Run As → Launch on Hardware: Vitis programs the bitstream, then starts the ELF.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350" dirty="0">
                <a:solidFill>
                  <a:srgbClr val="1A1A1A"/>
                </a:solidFill>
                <a:latin typeface="Arial"/>
              </a:rPr>
              <a:t>Open a serial terminal at 115200 baud to type the operands.</a:t>
            </a:r>
          </a:p>
          <a:p>
            <a:pPr marL="182880" indent="-182880" algn="l">
              <a:lnSpc>
                <a:spcPct val="105000"/>
              </a:lnSpc>
              <a:spcAft>
                <a:spcPts val="600"/>
              </a:spcAft>
              <a:buClr>
                <a:srgbClr val="009682"/>
              </a:buClr>
              <a:buFont typeface="Arial"/>
              <a:buChar char="▪"/>
            </a:pPr>
            <a:r>
              <a:rPr sz="1350" dirty="0">
                <a:solidFill>
                  <a:srgbClr val="1A1A1A"/>
                </a:solidFill>
                <a:latin typeface="Arial"/>
              </a:rPr>
              <a:t>Try 40 + 2 → 42, then 5 - 9 → -4, then 7 / 0 → ----.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2" y="2608010"/>
            <a:ext cx="4297680" cy="1737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 dirty="0">
                <a:solidFill>
                  <a:srgbClr val="006B5C"/>
                </a:solidFill>
                <a:latin typeface="Arial"/>
              </a:rPr>
              <a:t>✓  </a:t>
            </a:r>
            <a:r>
              <a:rPr sz="1100" dirty="0">
                <a:solidFill>
                  <a:srgbClr val="1A1A1A"/>
                </a:solidFill>
                <a:latin typeface="Arial"/>
              </a:rPr>
              <a:t>AXI4-Lite IP exported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 dirty="0">
                <a:solidFill>
                  <a:srgbClr val="006B5C"/>
                </a:solidFill>
                <a:latin typeface="Arial"/>
              </a:rPr>
              <a:t>✓  </a:t>
            </a:r>
            <a:r>
              <a:rPr sz="1100" dirty="0">
                <a:solidFill>
                  <a:srgbClr val="1A1A1A"/>
                </a:solidFill>
                <a:latin typeface="Arial"/>
              </a:rPr>
              <a:t>block design validated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 dirty="0">
                <a:solidFill>
                  <a:srgbClr val="006B5C"/>
                </a:solidFill>
                <a:latin typeface="Arial"/>
              </a:rPr>
              <a:t>✓  </a:t>
            </a:r>
            <a:r>
              <a:rPr sz="1100" dirty="0">
                <a:solidFill>
                  <a:srgbClr val="1A1A1A"/>
                </a:solidFill>
                <a:latin typeface="Arial"/>
              </a:rPr>
              <a:t>bitstream and XSA generated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 dirty="0">
                <a:solidFill>
                  <a:srgbClr val="006B5C"/>
                </a:solidFill>
                <a:latin typeface="Arial"/>
              </a:rPr>
              <a:t>✓  </a:t>
            </a:r>
            <a:r>
              <a:rPr sz="1100" dirty="0">
                <a:solidFill>
                  <a:srgbClr val="1A1A1A"/>
                </a:solidFill>
                <a:latin typeface="Arial"/>
              </a:rPr>
              <a:t>platform + application built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 dirty="0">
                <a:solidFill>
                  <a:srgbClr val="006B5C"/>
                </a:solidFill>
                <a:latin typeface="Arial"/>
              </a:rPr>
              <a:t>✓  </a:t>
            </a:r>
            <a:r>
              <a:rPr sz="1100" dirty="0">
                <a:solidFill>
                  <a:srgbClr val="1A1A1A"/>
                </a:solidFill>
                <a:latin typeface="Arial"/>
              </a:rPr>
              <a:t>operands accepted over the terminal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 dirty="0">
                <a:solidFill>
                  <a:srgbClr val="006B5C"/>
                </a:solidFill>
                <a:latin typeface="Arial"/>
              </a:rPr>
              <a:t>✓  </a:t>
            </a:r>
            <a:r>
              <a:rPr sz="1100" dirty="0">
                <a:solidFill>
                  <a:srgbClr val="1A1A1A"/>
                </a:solidFill>
                <a:latin typeface="Arial"/>
              </a:rPr>
              <a:t>result correct on the display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A28E9E-64F7-1E93-FBCC-B8C25F3BE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8460"/>
            <a:ext cx="4273688" cy="249808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5D95CE2-A15D-DB19-6B2F-ECB872E8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20</a:t>
            </a:fld>
            <a:endParaRPr lang="de-D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Checklist and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32688"/>
            <a:ext cx="8412480" cy="187451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06B5C"/>
                </a:solidFill>
                <a:latin typeface="Arial"/>
              </a:rPr>
              <a:t>✓  </a:t>
            </a:r>
            <a:r>
              <a:rPr sz="1300">
                <a:solidFill>
                  <a:srgbClr val="1A1A1A"/>
                </a:solidFill>
                <a:latin typeface="Arial"/>
              </a:rPr>
              <a:t>Lab 1 display block reused unchanged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06B5C"/>
                </a:solidFill>
                <a:latin typeface="Arial"/>
              </a:rPr>
              <a:t>✓  </a:t>
            </a:r>
            <a:r>
              <a:rPr sz="1300">
                <a:solidFill>
                  <a:srgbClr val="1A1A1A"/>
                </a:solidFill>
                <a:latin typeface="Arial"/>
              </a:rPr>
              <a:t>three AXI4-Lite pragmas added, top function renamed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06B5C"/>
                </a:solidFill>
                <a:latin typeface="Arial"/>
              </a:rPr>
              <a:t>✓  </a:t>
            </a:r>
            <a:r>
              <a:rPr sz="1300">
                <a:solidFill>
                  <a:srgbClr val="1A1A1A"/>
                </a:solidFill>
                <a:latin typeface="Arial"/>
              </a:rPr>
              <a:t>arithmetic implemented, division by zero handled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06B5C"/>
                </a:solidFill>
                <a:latin typeface="Arial"/>
              </a:rPr>
              <a:t>✓  </a:t>
            </a:r>
            <a:r>
              <a:rPr sz="1300">
                <a:solidFill>
                  <a:srgbClr val="1A1A1A"/>
                </a:solidFill>
                <a:latin typeface="Arial"/>
              </a:rPr>
              <a:t>Interval = 1 confirmed in the synthesis report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06B5C"/>
                </a:solidFill>
                <a:latin typeface="Arial"/>
              </a:rPr>
              <a:t>✓  </a:t>
            </a:r>
            <a:r>
              <a:rPr sz="1300">
                <a:solidFill>
                  <a:srgbClr val="1A1A1A"/>
                </a:solidFill>
                <a:latin typeface="Arial"/>
              </a:rPr>
              <a:t>IP exported, imported, address assigned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06B5C"/>
                </a:solidFill>
                <a:latin typeface="Arial"/>
              </a:rPr>
              <a:t>✓  </a:t>
            </a:r>
            <a:r>
              <a:rPr sz="1300">
                <a:solidFill>
                  <a:srgbClr val="1A1A1A"/>
                </a:solidFill>
                <a:latin typeface="Arial"/>
              </a:rPr>
              <a:t>bitstream and XSA regenerated from the current IP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06B5C"/>
                </a:solidFill>
                <a:latin typeface="Arial"/>
              </a:rPr>
              <a:t>✓  </a:t>
            </a:r>
            <a:r>
              <a:rPr sz="1300">
                <a:solidFill>
                  <a:srgbClr val="1A1A1A"/>
                </a:solidFill>
                <a:latin typeface="Arial"/>
              </a:rPr>
              <a:t>software writes op1 / op2 / op_sel and the display follows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880360"/>
          <a:ext cx="5120640" cy="153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Reference result</a:t>
                      </a:r>
                    </a:p>
                  </a:txBody>
                  <a:tcPr marL="54864" marR="54864" marT="27432" marB="27432" anchor="ctr"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096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HLS Interval (II)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1, Fmax ~81 MHz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Post-route timing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WNS +12.7 ns, 0 failing endpoints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Utilisation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7.4 % LUT, 4.1 % FF, 1 DSP, 0 BRAM</a:t>
                      </a:r>
                    </a:p>
                  </a:txBody>
                  <a:tcPr marL="54864" marR="54864" marT="27432" marB="27432" anchor="ctr">
                    <a:solidFill>
                      <a:srgbClr val="F2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Bonded I/O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12 (8 segment + 4 anode)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2880360"/>
            <a:ext cx="3154680" cy="1554480"/>
          </a:xfrm>
          <a:prstGeom prst="roundRect">
            <a:avLst>
              <a:gd name="adj" fmla="val 6000"/>
            </a:avLst>
          </a:prstGeom>
          <a:solidFill>
            <a:srgbClr val="E8F5F3"/>
          </a:solidFill>
          <a:ln w="9525">
            <a:solidFill>
              <a:srgbClr val="B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06B5C"/>
                </a:solidFill>
                <a:latin typeface="Arial"/>
              </a:rPr>
              <a:t>Note:  </a:t>
            </a:r>
            <a:r>
              <a:rPr sz="1100">
                <a:solidFill>
                  <a:srgbClr val="1A1A1A"/>
                </a:solidFill>
                <a:latin typeface="Arial"/>
              </a:rPr>
              <a:t>Deliverables. The HLS sources, the block design, the XSA, the Vitis application, a board demo, and a short answer to: which registers does the software write, and what does the hardware compute?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7E3BF-1261-D1A0-E90F-BD99CECE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21</a:t>
            </a:fld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1">
  <a:themeElements>
    <a:clrScheme name="KIT">
      <a:dk1>
        <a:sysClr val="windowText" lastClr="000000"/>
      </a:dk1>
      <a:lt1>
        <a:sysClr val="window" lastClr="FFFFFF"/>
      </a:lt1>
      <a:dk2>
        <a:srgbClr val="009682"/>
      </a:dk2>
      <a:lt2>
        <a:srgbClr val="D9D9D9"/>
      </a:lt2>
      <a:accent1>
        <a:srgbClr val="009682"/>
      </a:accent1>
      <a:accent2>
        <a:srgbClr val="4664AA"/>
      </a:accent2>
      <a:accent3>
        <a:srgbClr val="D9D9D9"/>
      </a:accent3>
      <a:accent4>
        <a:srgbClr val="4CB5A7"/>
      </a:accent4>
      <a:accent5>
        <a:srgbClr val="7D92C3"/>
      </a:accent5>
      <a:accent6>
        <a:srgbClr val="7FCAC0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ign1" id="{D385F135-4BB1-4144-883F-BD663B3FA4BF}" vid="{9BD07EEE-6672-4655-8F7E-3FE0E154673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Design1</Template>
  <TotalTime>53</TotalTime>
  <Words>2290</Words>
  <Application>Microsoft Macintosh PowerPoint</Application>
  <PresentationFormat>Custom</PresentationFormat>
  <Paragraphs>244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Design1</vt:lpstr>
      <vt:lpstr>PowerPoint Presentation</vt:lpstr>
      <vt:lpstr>Lab 2 goal</vt:lpstr>
      <vt:lpstr>Lab 2.1: HLS IP creation + Vivado block design integration</vt:lpstr>
      <vt:lpstr>Lab 2.2: C driver / software-side control</vt:lpstr>
      <vt:lpstr>HLS: new source files for Lab 2</vt:lpstr>
      <vt:lpstr>What actually changes from Lab 1</vt:lpstr>
      <vt:lpstr>The new interface</vt:lpstr>
      <vt:lpstr>AXI4-Lite?</vt:lpstr>
      <vt:lpstr>The arithmetic, and its edge cases</vt:lpstr>
      <vt:lpstr>The register map</vt:lpstr>
      <vt:lpstr>HLS: synthesize and export the IP</vt:lpstr>
      <vt:lpstr>PowerPoint Presentation</vt:lpstr>
      <vt:lpstr>PowerPoint Presentation</vt:lpstr>
      <vt:lpstr>Vivado: project and constraints</vt:lpstr>
      <vt:lpstr>Vivado: block design</vt:lpstr>
      <vt:lpstr>Vivado: external ports and address</vt:lpstr>
      <vt:lpstr>Vivado: build and export</vt:lpstr>
      <vt:lpstr>Vitis: platform and application</vt:lpstr>
      <vt:lpstr>Vitis: the software</vt:lpstr>
      <vt:lpstr>Run on the board</vt:lpstr>
      <vt:lpstr>Checklist and deliverables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Franzi</dc:creator>
  <cp:lastModifiedBy>urelg</cp:lastModifiedBy>
  <cp:revision>94</cp:revision>
  <dcterms:created xsi:type="dcterms:W3CDTF">2017-12-07T14:50:50Z</dcterms:created>
  <dcterms:modified xsi:type="dcterms:W3CDTF">2026-08-01T23:22:48Z</dcterms:modified>
</cp:coreProperties>
</file>